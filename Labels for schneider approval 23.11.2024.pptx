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sldIdLst>
    <p:sldId id="257" r:id="rId2"/>
    <p:sldId id="345" r:id="rId3"/>
    <p:sldId id="324" r:id="rId4"/>
    <p:sldId id="325" r:id="rId5"/>
    <p:sldId id="323" r:id="rId6"/>
    <p:sldId id="338" r:id="rId7"/>
    <p:sldId id="339" r:id="rId8"/>
    <p:sldId id="336" r:id="rId9"/>
    <p:sldId id="333" r:id="rId10"/>
    <p:sldId id="330" r:id="rId11"/>
    <p:sldId id="344" r:id="rId12"/>
    <p:sldId id="346" r:id="rId13"/>
    <p:sldId id="327" r:id="rId14"/>
    <p:sldId id="341" r:id="rId15"/>
    <p:sldId id="337" r:id="rId16"/>
    <p:sldId id="334" r:id="rId17"/>
    <p:sldId id="332" r:id="rId18"/>
    <p:sldId id="343" r:id="rId19"/>
    <p:sldId id="347" r:id="rId20"/>
    <p:sldId id="329" r:id="rId21"/>
    <p:sldId id="340" r:id="rId22"/>
    <p:sldId id="342" r:id="rId23"/>
    <p:sldId id="335" r:id="rId24"/>
    <p:sldId id="331" r:id="rId25"/>
    <p:sldId id="318" r:id="rId2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8F7F8-6C9F-4E81-9DCE-631E8210734A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E3A7B-961D-4097-9875-B4DC0E6404C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0" y="1066800"/>
            <a:ext cx="9144000" cy="5791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66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524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14478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" name="Rectangle 9"/>
          <p:cNvSpPr>
            <a:spLocks noChangeArrowheads="1"/>
          </p:cNvSpPr>
          <p:nvPr userDrawn="1"/>
        </p:nvSpPr>
        <p:spPr bwMode="auto">
          <a:xfrm>
            <a:off x="27432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386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53340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" name="Rectangle 12"/>
          <p:cNvSpPr>
            <a:spLocks noChangeArrowheads="1"/>
          </p:cNvSpPr>
          <p:nvPr userDrawn="1"/>
        </p:nvSpPr>
        <p:spPr bwMode="auto">
          <a:xfrm>
            <a:off x="79248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pic>
        <p:nvPicPr>
          <p:cNvPr id="11" name="Picture 14" descr="overview_bigair_two200801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5715000"/>
            <a:ext cx="1162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6629400" y="5486400"/>
            <a:ext cx="1143000" cy="1066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pic>
        <p:nvPicPr>
          <p:cNvPr id="13" name="Picture 21" descr="WEMTA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629400" y="5562600"/>
            <a:ext cx="1219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-9525" y="-76200"/>
            <a:ext cx="9153525" cy="1143000"/>
            <a:chOff x="0" y="0"/>
            <a:chExt cx="5760" cy="725"/>
          </a:xfrm>
        </p:grpSpPr>
        <p:sp>
          <p:nvSpPr>
            <p:cNvPr id="15" name="Freeform 23"/>
            <p:cNvSpPr>
              <a:spLocks/>
            </p:cNvSpPr>
            <p:nvPr userDrawn="1"/>
          </p:nvSpPr>
          <p:spPr bwMode="ltGray">
            <a:xfrm>
              <a:off x="0" y="3"/>
              <a:ext cx="5760" cy="669"/>
            </a:xfrm>
            <a:custGeom>
              <a:avLst/>
              <a:gdLst>
                <a:gd name="T0" fmla="*/ 4848 w 4848"/>
                <a:gd name="T1" fmla="*/ 432 h 432"/>
                <a:gd name="T2" fmla="*/ 0 w 4848"/>
                <a:gd name="T3" fmla="*/ 432 h 432"/>
                <a:gd name="T4" fmla="*/ 0 w 4848"/>
                <a:gd name="T5" fmla="*/ 0 h 432"/>
                <a:gd name="T6" fmla="*/ 4848 w 4848"/>
                <a:gd name="T7" fmla="*/ 0 h 432"/>
                <a:gd name="T8" fmla="*/ 4848 w 4848"/>
                <a:gd name="T9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8" h="432">
                  <a:moveTo>
                    <a:pt x="4848" y="432"/>
                  </a:moveTo>
                  <a:lnTo>
                    <a:pt x="0" y="432"/>
                  </a:lnTo>
                  <a:lnTo>
                    <a:pt x="0" y="0"/>
                  </a:lnTo>
                  <a:lnTo>
                    <a:pt x="4848" y="0"/>
                  </a:lnTo>
                  <a:lnTo>
                    <a:pt x="4848" y="432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6" name="Group 24"/>
            <p:cNvGrpSpPr>
              <a:grpSpLocks/>
            </p:cNvGrpSpPr>
            <p:nvPr userDrawn="1"/>
          </p:nvGrpSpPr>
          <p:grpSpPr bwMode="auto">
            <a:xfrm>
              <a:off x="333" y="0"/>
              <a:ext cx="5176" cy="680"/>
              <a:chOff x="333" y="-9"/>
              <a:chExt cx="5176" cy="1044"/>
            </a:xfrm>
          </p:grpSpPr>
          <p:sp>
            <p:nvSpPr>
              <p:cNvPr id="46" name="Freeform 25"/>
              <p:cNvSpPr>
                <a:spLocks/>
              </p:cNvSpPr>
              <p:nvPr userDrawn="1"/>
            </p:nvSpPr>
            <p:spPr bwMode="ltGray">
              <a:xfrm>
                <a:off x="3230" y="949"/>
                <a:ext cx="17" cy="20"/>
              </a:xfrm>
              <a:custGeom>
                <a:avLst/>
                <a:gdLst>
                  <a:gd name="T0" fmla="*/ 9 w 15"/>
                  <a:gd name="T1" fmla="*/ 7 h 23"/>
                  <a:gd name="T2" fmla="*/ 25 w 15"/>
                  <a:gd name="T3" fmla="*/ 3 h 23"/>
                  <a:gd name="T4" fmla="*/ 22 w 15"/>
                  <a:gd name="T5" fmla="*/ 10 h 23"/>
                  <a:gd name="T6" fmla="*/ 9 w 15"/>
                  <a:gd name="T7" fmla="*/ 7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23">
                    <a:moveTo>
                      <a:pt x="5" y="11"/>
                    </a:moveTo>
                    <a:cubicBezTo>
                      <a:pt x="2" y="1"/>
                      <a:pt x="7" y="0"/>
                      <a:pt x="15" y="5"/>
                    </a:cubicBezTo>
                    <a:cubicBezTo>
                      <a:pt x="14" y="9"/>
                      <a:pt x="15" y="13"/>
                      <a:pt x="13" y="17"/>
                    </a:cubicBezTo>
                    <a:cubicBezTo>
                      <a:pt x="9" y="23"/>
                      <a:pt x="0" y="16"/>
                      <a:pt x="5" y="1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Freeform 26"/>
              <p:cNvSpPr>
                <a:spLocks/>
              </p:cNvSpPr>
              <p:nvPr userDrawn="1"/>
            </p:nvSpPr>
            <p:spPr bwMode="ltGray">
              <a:xfrm>
                <a:off x="3406" y="1015"/>
                <a:ext cx="21" cy="20"/>
              </a:xfrm>
              <a:custGeom>
                <a:avLst/>
                <a:gdLst>
                  <a:gd name="T0" fmla="*/ 3 w 20"/>
                  <a:gd name="T1" fmla="*/ 8 h 23"/>
                  <a:gd name="T2" fmla="*/ 15 w 20"/>
                  <a:gd name="T3" fmla="*/ 3 h 23"/>
                  <a:gd name="T4" fmla="*/ 7 w 20"/>
                  <a:gd name="T5" fmla="*/ 11 h 23"/>
                  <a:gd name="T6" fmla="*/ 3 w 20"/>
                  <a:gd name="T7" fmla="*/ 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3">
                    <a:moveTo>
                      <a:pt x="3" y="13"/>
                    </a:moveTo>
                    <a:cubicBezTo>
                      <a:pt x="0" y="5"/>
                      <a:pt x="2" y="0"/>
                      <a:pt x="11" y="3"/>
                    </a:cubicBezTo>
                    <a:cubicBezTo>
                      <a:pt x="16" y="10"/>
                      <a:pt x="20" y="23"/>
                      <a:pt x="7" y="19"/>
                    </a:cubicBezTo>
                    <a:cubicBezTo>
                      <a:pt x="6" y="17"/>
                      <a:pt x="3" y="13"/>
                      <a:pt x="3" y="1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Freeform 27"/>
              <p:cNvSpPr>
                <a:spLocks/>
              </p:cNvSpPr>
              <p:nvPr userDrawn="1"/>
            </p:nvSpPr>
            <p:spPr bwMode="ltGray">
              <a:xfrm>
                <a:off x="2909" y="908"/>
                <a:ext cx="31" cy="34"/>
              </a:xfrm>
              <a:custGeom>
                <a:avLst/>
                <a:gdLst>
                  <a:gd name="T0" fmla="*/ 20 w 30"/>
                  <a:gd name="T1" fmla="*/ 15 h 42"/>
                  <a:gd name="T2" fmla="*/ 8 w 30"/>
                  <a:gd name="T3" fmla="*/ 9 h 42"/>
                  <a:gd name="T4" fmla="*/ 0 w 30"/>
                  <a:gd name="T5" fmla="*/ 4 h 42"/>
                  <a:gd name="T6" fmla="*/ 20 w 30"/>
                  <a:gd name="T7" fmla="*/ 2 h 42"/>
                  <a:gd name="T8" fmla="*/ 34 w 30"/>
                  <a:gd name="T9" fmla="*/ 10 h 42"/>
                  <a:gd name="T10" fmla="*/ 32 w 30"/>
                  <a:gd name="T11" fmla="*/ 13 h 42"/>
                  <a:gd name="T12" fmla="*/ 20 w 30"/>
                  <a:gd name="T13" fmla="*/ 15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2">
                    <a:moveTo>
                      <a:pt x="16" y="33"/>
                    </a:moveTo>
                    <a:cubicBezTo>
                      <a:pt x="3" y="20"/>
                      <a:pt x="15" y="34"/>
                      <a:pt x="8" y="21"/>
                    </a:cubicBezTo>
                    <a:cubicBezTo>
                      <a:pt x="6" y="17"/>
                      <a:pt x="0" y="9"/>
                      <a:pt x="0" y="9"/>
                    </a:cubicBezTo>
                    <a:cubicBezTo>
                      <a:pt x="5" y="1"/>
                      <a:pt x="7" y="0"/>
                      <a:pt x="16" y="3"/>
                    </a:cubicBezTo>
                    <a:cubicBezTo>
                      <a:pt x="25" y="16"/>
                      <a:pt x="10" y="16"/>
                      <a:pt x="30" y="23"/>
                    </a:cubicBezTo>
                    <a:cubicBezTo>
                      <a:pt x="29" y="26"/>
                      <a:pt x="30" y="29"/>
                      <a:pt x="28" y="31"/>
                    </a:cubicBezTo>
                    <a:cubicBezTo>
                      <a:pt x="15" y="42"/>
                      <a:pt x="16" y="38"/>
                      <a:pt x="16" y="3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Freeform 28"/>
              <p:cNvSpPr>
                <a:spLocks/>
              </p:cNvSpPr>
              <p:nvPr userDrawn="1"/>
            </p:nvSpPr>
            <p:spPr bwMode="ltGray">
              <a:xfrm>
                <a:off x="2551" y="940"/>
                <a:ext cx="25" cy="12"/>
              </a:xfrm>
              <a:custGeom>
                <a:avLst/>
                <a:gdLst>
                  <a:gd name="T0" fmla="*/ 15 w 25"/>
                  <a:gd name="T1" fmla="*/ 5 h 16"/>
                  <a:gd name="T2" fmla="*/ 3 w 25"/>
                  <a:gd name="T3" fmla="*/ 3 h 16"/>
                  <a:gd name="T4" fmla="*/ 15 w 25"/>
                  <a:gd name="T5" fmla="*/ 0 h 16"/>
                  <a:gd name="T6" fmla="*/ 15 w 25"/>
                  <a:gd name="T7" fmla="*/ 5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16">
                    <a:moveTo>
                      <a:pt x="15" y="16"/>
                    </a:moveTo>
                    <a:cubicBezTo>
                      <a:pt x="10" y="15"/>
                      <a:pt x="0" y="12"/>
                      <a:pt x="3" y="8"/>
                    </a:cubicBezTo>
                    <a:cubicBezTo>
                      <a:pt x="6" y="4"/>
                      <a:pt x="15" y="0"/>
                      <a:pt x="15" y="0"/>
                    </a:cubicBezTo>
                    <a:cubicBezTo>
                      <a:pt x="17" y="3"/>
                      <a:pt x="25" y="16"/>
                      <a:pt x="15" y="1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Freeform 29"/>
              <p:cNvSpPr>
                <a:spLocks/>
              </p:cNvSpPr>
              <p:nvPr userDrawn="1"/>
            </p:nvSpPr>
            <p:spPr bwMode="ltGray">
              <a:xfrm>
                <a:off x="2443" y="954"/>
                <a:ext cx="65" cy="39"/>
              </a:xfrm>
              <a:custGeom>
                <a:avLst/>
                <a:gdLst>
                  <a:gd name="T0" fmla="*/ 14 w 65"/>
                  <a:gd name="T1" fmla="*/ 12 h 46"/>
                  <a:gd name="T2" fmla="*/ 30 w 65"/>
                  <a:gd name="T3" fmla="*/ 3 h 46"/>
                  <a:gd name="T4" fmla="*/ 42 w 65"/>
                  <a:gd name="T5" fmla="*/ 0 h 46"/>
                  <a:gd name="T6" fmla="*/ 58 w 65"/>
                  <a:gd name="T7" fmla="*/ 6 h 46"/>
                  <a:gd name="T8" fmla="*/ 32 w 65"/>
                  <a:gd name="T9" fmla="*/ 14 h 46"/>
                  <a:gd name="T10" fmla="*/ 12 w 65"/>
                  <a:gd name="T11" fmla="*/ 24 h 46"/>
                  <a:gd name="T12" fmla="*/ 8 w 65"/>
                  <a:gd name="T13" fmla="*/ 10 h 46"/>
                  <a:gd name="T14" fmla="*/ 12 w 65"/>
                  <a:gd name="T15" fmla="*/ 7 h 46"/>
                  <a:gd name="T16" fmla="*/ 14 w 65"/>
                  <a:gd name="T17" fmla="*/ 12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5" h="46">
                    <a:moveTo>
                      <a:pt x="14" y="24"/>
                    </a:moveTo>
                    <a:cubicBezTo>
                      <a:pt x="18" y="13"/>
                      <a:pt x="16" y="9"/>
                      <a:pt x="30" y="4"/>
                    </a:cubicBezTo>
                    <a:cubicBezTo>
                      <a:pt x="34" y="3"/>
                      <a:pt x="42" y="0"/>
                      <a:pt x="42" y="0"/>
                    </a:cubicBezTo>
                    <a:cubicBezTo>
                      <a:pt x="50" y="1"/>
                      <a:pt x="65" y="0"/>
                      <a:pt x="58" y="12"/>
                    </a:cubicBezTo>
                    <a:cubicBezTo>
                      <a:pt x="53" y="21"/>
                      <a:pt x="40" y="21"/>
                      <a:pt x="32" y="26"/>
                    </a:cubicBezTo>
                    <a:cubicBezTo>
                      <a:pt x="26" y="35"/>
                      <a:pt x="23" y="42"/>
                      <a:pt x="12" y="46"/>
                    </a:cubicBezTo>
                    <a:cubicBezTo>
                      <a:pt x="0" y="42"/>
                      <a:pt x="5" y="30"/>
                      <a:pt x="8" y="20"/>
                    </a:cubicBezTo>
                    <a:cubicBezTo>
                      <a:pt x="9" y="18"/>
                      <a:pt x="10" y="13"/>
                      <a:pt x="12" y="14"/>
                    </a:cubicBezTo>
                    <a:cubicBezTo>
                      <a:pt x="15" y="16"/>
                      <a:pt x="13" y="21"/>
                      <a:pt x="14" y="2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Freeform 30"/>
              <p:cNvSpPr>
                <a:spLocks/>
              </p:cNvSpPr>
              <p:nvPr userDrawn="1"/>
            </p:nvSpPr>
            <p:spPr bwMode="ltGray">
              <a:xfrm>
                <a:off x="2375" y="952"/>
                <a:ext cx="68" cy="39"/>
              </a:xfrm>
              <a:custGeom>
                <a:avLst/>
                <a:gdLst>
                  <a:gd name="T0" fmla="*/ 0 w 69"/>
                  <a:gd name="T1" fmla="*/ 15 h 47"/>
                  <a:gd name="T2" fmla="*/ 18 w 69"/>
                  <a:gd name="T3" fmla="*/ 12 h 47"/>
                  <a:gd name="T4" fmla="*/ 48 w 69"/>
                  <a:gd name="T5" fmla="*/ 1 h 47"/>
                  <a:gd name="T6" fmla="*/ 60 w 69"/>
                  <a:gd name="T7" fmla="*/ 2 h 47"/>
                  <a:gd name="T8" fmla="*/ 46 w 69"/>
                  <a:gd name="T9" fmla="*/ 9 h 47"/>
                  <a:gd name="T10" fmla="*/ 28 w 69"/>
                  <a:gd name="T11" fmla="*/ 15 h 47"/>
                  <a:gd name="T12" fmla="*/ 22 w 69"/>
                  <a:gd name="T13" fmla="*/ 22 h 47"/>
                  <a:gd name="T14" fmla="*/ 16 w 69"/>
                  <a:gd name="T15" fmla="*/ 22 h 47"/>
                  <a:gd name="T16" fmla="*/ 12 w 69"/>
                  <a:gd name="T17" fmla="*/ 18 h 47"/>
                  <a:gd name="T18" fmla="*/ 0 w 69"/>
                  <a:gd name="T19" fmla="*/ 17 h 47"/>
                  <a:gd name="T20" fmla="*/ 0 w 69"/>
                  <a:gd name="T21" fmla="*/ 15 h 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9" h="47">
                    <a:moveTo>
                      <a:pt x="0" y="31"/>
                    </a:moveTo>
                    <a:cubicBezTo>
                      <a:pt x="7" y="24"/>
                      <a:pt x="9" y="22"/>
                      <a:pt x="18" y="25"/>
                    </a:cubicBezTo>
                    <a:cubicBezTo>
                      <a:pt x="25" y="4"/>
                      <a:pt x="36" y="12"/>
                      <a:pt x="52" y="1"/>
                    </a:cubicBezTo>
                    <a:cubicBezTo>
                      <a:pt x="56" y="2"/>
                      <a:pt x="61" y="0"/>
                      <a:pt x="64" y="3"/>
                    </a:cubicBezTo>
                    <a:cubicBezTo>
                      <a:pt x="69" y="8"/>
                      <a:pt x="50" y="19"/>
                      <a:pt x="50" y="19"/>
                    </a:cubicBezTo>
                    <a:cubicBezTo>
                      <a:pt x="46" y="31"/>
                      <a:pt x="35" y="22"/>
                      <a:pt x="28" y="33"/>
                    </a:cubicBezTo>
                    <a:cubicBezTo>
                      <a:pt x="31" y="41"/>
                      <a:pt x="31" y="44"/>
                      <a:pt x="22" y="47"/>
                    </a:cubicBezTo>
                    <a:cubicBezTo>
                      <a:pt x="20" y="46"/>
                      <a:pt x="18" y="46"/>
                      <a:pt x="16" y="45"/>
                    </a:cubicBezTo>
                    <a:cubicBezTo>
                      <a:pt x="14" y="43"/>
                      <a:pt x="14" y="40"/>
                      <a:pt x="12" y="39"/>
                    </a:cubicBezTo>
                    <a:cubicBezTo>
                      <a:pt x="8" y="37"/>
                      <a:pt x="0" y="35"/>
                      <a:pt x="0" y="35"/>
                    </a:cubicBezTo>
                    <a:cubicBezTo>
                      <a:pt x="2" y="26"/>
                      <a:pt x="3" y="25"/>
                      <a:pt x="0" y="3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Freeform 31"/>
              <p:cNvSpPr>
                <a:spLocks/>
              </p:cNvSpPr>
              <p:nvPr userDrawn="1"/>
            </p:nvSpPr>
            <p:spPr bwMode="ltGray">
              <a:xfrm>
                <a:off x="2007" y="739"/>
                <a:ext cx="354" cy="228"/>
              </a:xfrm>
              <a:custGeom>
                <a:avLst/>
                <a:gdLst>
                  <a:gd name="T0" fmla="*/ 10 w 355"/>
                  <a:gd name="T1" fmla="*/ 2 h 277"/>
                  <a:gd name="T2" fmla="*/ 36 w 355"/>
                  <a:gd name="T3" fmla="*/ 8 h 277"/>
                  <a:gd name="T4" fmla="*/ 46 w 355"/>
                  <a:gd name="T5" fmla="*/ 14 h 277"/>
                  <a:gd name="T6" fmla="*/ 76 w 355"/>
                  <a:gd name="T7" fmla="*/ 24 h 277"/>
                  <a:gd name="T8" fmla="*/ 92 w 355"/>
                  <a:gd name="T9" fmla="*/ 30 h 277"/>
                  <a:gd name="T10" fmla="*/ 122 w 355"/>
                  <a:gd name="T11" fmla="*/ 45 h 277"/>
                  <a:gd name="T12" fmla="*/ 136 w 355"/>
                  <a:gd name="T13" fmla="*/ 58 h 277"/>
                  <a:gd name="T14" fmla="*/ 148 w 355"/>
                  <a:gd name="T15" fmla="*/ 61 h 277"/>
                  <a:gd name="T16" fmla="*/ 154 w 355"/>
                  <a:gd name="T17" fmla="*/ 68 h 277"/>
                  <a:gd name="T18" fmla="*/ 176 w 355"/>
                  <a:gd name="T19" fmla="*/ 70 h 277"/>
                  <a:gd name="T20" fmla="*/ 170 w 355"/>
                  <a:gd name="T21" fmla="*/ 90 h 277"/>
                  <a:gd name="T22" fmla="*/ 177 w 355"/>
                  <a:gd name="T23" fmla="*/ 102 h 277"/>
                  <a:gd name="T24" fmla="*/ 194 w 355"/>
                  <a:gd name="T25" fmla="*/ 106 h 277"/>
                  <a:gd name="T26" fmla="*/ 212 w 355"/>
                  <a:gd name="T27" fmla="*/ 108 h 277"/>
                  <a:gd name="T28" fmla="*/ 232 w 355"/>
                  <a:gd name="T29" fmla="*/ 111 h 277"/>
                  <a:gd name="T30" fmla="*/ 250 w 355"/>
                  <a:gd name="T31" fmla="*/ 109 h 277"/>
                  <a:gd name="T32" fmla="*/ 268 w 355"/>
                  <a:gd name="T33" fmla="*/ 114 h 277"/>
                  <a:gd name="T34" fmla="*/ 292 w 355"/>
                  <a:gd name="T35" fmla="*/ 118 h 277"/>
                  <a:gd name="T36" fmla="*/ 310 w 355"/>
                  <a:gd name="T37" fmla="*/ 121 h 277"/>
                  <a:gd name="T38" fmla="*/ 348 w 355"/>
                  <a:gd name="T39" fmla="*/ 122 h 277"/>
                  <a:gd name="T40" fmla="*/ 338 w 355"/>
                  <a:gd name="T41" fmla="*/ 126 h 277"/>
                  <a:gd name="T42" fmla="*/ 318 w 355"/>
                  <a:gd name="T43" fmla="*/ 124 h 277"/>
                  <a:gd name="T44" fmla="*/ 296 w 355"/>
                  <a:gd name="T45" fmla="*/ 124 h 277"/>
                  <a:gd name="T46" fmla="*/ 284 w 355"/>
                  <a:gd name="T47" fmla="*/ 122 h 277"/>
                  <a:gd name="T48" fmla="*/ 248 w 355"/>
                  <a:gd name="T49" fmla="*/ 121 h 277"/>
                  <a:gd name="T50" fmla="*/ 230 w 355"/>
                  <a:gd name="T51" fmla="*/ 119 h 277"/>
                  <a:gd name="T52" fmla="*/ 172 w 355"/>
                  <a:gd name="T53" fmla="*/ 111 h 277"/>
                  <a:gd name="T54" fmla="*/ 160 w 355"/>
                  <a:gd name="T55" fmla="*/ 100 h 277"/>
                  <a:gd name="T56" fmla="*/ 126 w 355"/>
                  <a:gd name="T57" fmla="*/ 92 h 277"/>
                  <a:gd name="T58" fmla="*/ 108 w 355"/>
                  <a:gd name="T59" fmla="*/ 86 h 277"/>
                  <a:gd name="T60" fmla="*/ 94 w 355"/>
                  <a:gd name="T61" fmla="*/ 72 h 277"/>
                  <a:gd name="T62" fmla="*/ 68 w 355"/>
                  <a:gd name="T63" fmla="*/ 49 h 277"/>
                  <a:gd name="T64" fmla="*/ 64 w 355"/>
                  <a:gd name="T65" fmla="*/ 47 h 277"/>
                  <a:gd name="T66" fmla="*/ 58 w 355"/>
                  <a:gd name="T67" fmla="*/ 45 h 277"/>
                  <a:gd name="T68" fmla="*/ 54 w 355"/>
                  <a:gd name="T69" fmla="*/ 40 h 277"/>
                  <a:gd name="T70" fmla="*/ 38 w 355"/>
                  <a:gd name="T71" fmla="*/ 27 h 277"/>
                  <a:gd name="T72" fmla="*/ 20 w 355"/>
                  <a:gd name="T73" fmla="*/ 18 h 277"/>
                  <a:gd name="T74" fmla="*/ 4 w 355"/>
                  <a:gd name="T75" fmla="*/ 10 h 277"/>
                  <a:gd name="T76" fmla="*/ 10 w 355"/>
                  <a:gd name="T77" fmla="*/ 2 h 277"/>
                  <a:gd name="T78" fmla="*/ 10 w 355"/>
                  <a:gd name="T79" fmla="*/ 2 h 27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55" h="277">
                    <a:moveTo>
                      <a:pt x="10" y="4"/>
                    </a:moveTo>
                    <a:cubicBezTo>
                      <a:pt x="22" y="0"/>
                      <a:pt x="24" y="14"/>
                      <a:pt x="36" y="18"/>
                    </a:cubicBezTo>
                    <a:cubicBezTo>
                      <a:pt x="37" y="19"/>
                      <a:pt x="45" y="29"/>
                      <a:pt x="46" y="30"/>
                    </a:cubicBezTo>
                    <a:cubicBezTo>
                      <a:pt x="56" y="40"/>
                      <a:pt x="67" y="38"/>
                      <a:pt x="76" y="52"/>
                    </a:cubicBezTo>
                    <a:cubicBezTo>
                      <a:pt x="80" y="58"/>
                      <a:pt x="92" y="66"/>
                      <a:pt x="92" y="66"/>
                    </a:cubicBezTo>
                    <a:cubicBezTo>
                      <a:pt x="96" y="79"/>
                      <a:pt x="112" y="88"/>
                      <a:pt x="122" y="98"/>
                    </a:cubicBezTo>
                    <a:cubicBezTo>
                      <a:pt x="124" y="105"/>
                      <a:pt x="130" y="124"/>
                      <a:pt x="136" y="128"/>
                    </a:cubicBezTo>
                    <a:cubicBezTo>
                      <a:pt x="140" y="130"/>
                      <a:pt x="148" y="132"/>
                      <a:pt x="148" y="132"/>
                    </a:cubicBezTo>
                    <a:cubicBezTo>
                      <a:pt x="150" y="138"/>
                      <a:pt x="154" y="150"/>
                      <a:pt x="154" y="150"/>
                    </a:cubicBezTo>
                    <a:cubicBezTo>
                      <a:pt x="161" y="139"/>
                      <a:pt x="168" y="144"/>
                      <a:pt x="176" y="152"/>
                    </a:cubicBezTo>
                    <a:cubicBezTo>
                      <a:pt x="174" y="167"/>
                      <a:pt x="173" y="181"/>
                      <a:pt x="170" y="196"/>
                    </a:cubicBezTo>
                    <a:cubicBezTo>
                      <a:pt x="171" y="202"/>
                      <a:pt x="174" y="220"/>
                      <a:pt x="180" y="224"/>
                    </a:cubicBezTo>
                    <a:cubicBezTo>
                      <a:pt x="185" y="228"/>
                      <a:pt x="193" y="228"/>
                      <a:pt x="198" y="232"/>
                    </a:cubicBezTo>
                    <a:cubicBezTo>
                      <a:pt x="204" y="230"/>
                      <a:pt x="216" y="234"/>
                      <a:pt x="216" y="234"/>
                    </a:cubicBezTo>
                    <a:cubicBezTo>
                      <a:pt x="223" y="241"/>
                      <a:pt x="225" y="245"/>
                      <a:pt x="236" y="242"/>
                    </a:cubicBezTo>
                    <a:cubicBezTo>
                      <a:pt x="242" y="240"/>
                      <a:pt x="254" y="236"/>
                      <a:pt x="254" y="236"/>
                    </a:cubicBezTo>
                    <a:cubicBezTo>
                      <a:pt x="260" y="240"/>
                      <a:pt x="265" y="246"/>
                      <a:pt x="272" y="248"/>
                    </a:cubicBezTo>
                    <a:cubicBezTo>
                      <a:pt x="277" y="250"/>
                      <a:pt x="291" y="252"/>
                      <a:pt x="296" y="256"/>
                    </a:cubicBezTo>
                    <a:cubicBezTo>
                      <a:pt x="301" y="260"/>
                      <a:pt x="314" y="264"/>
                      <a:pt x="314" y="264"/>
                    </a:cubicBezTo>
                    <a:cubicBezTo>
                      <a:pt x="330" y="263"/>
                      <a:pt x="338" y="261"/>
                      <a:pt x="352" y="266"/>
                    </a:cubicBezTo>
                    <a:cubicBezTo>
                      <a:pt x="355" y="275"/>
                      <a:pt x="350" y="277"/>
                      <a:pt x="342" y="274"/>
                    </a:cubicBezTo>
                    <a:cubicBezTo>
                      <a:pt x="336" y="276"/>
                      <a:pt x="322" y="272"/>
                      <a:pt x="322" y="272"/>
                    </a:cubicBezTo>
                    <a:cubicBezTo>
                      <a:pt x="314" y="275"/>
                      <a:pt x="308" y="272"/>
                      <a:pt x="300" y="270"/>
                    </a:cubicBezTo>
                    <a:cubicBezTo>
                      <a:pt x="296" y="269"/>
                      <a:pt x="288" y="266"/>
                      <a:pt x="288" y="266"/>
                    </a:cubicBezTo>
                    <a:cubicBezTo>
                      <a:pt x="276" y="270"/>
                      <a:pt x="264" y="266"/>
                      <a:pt x="252" y="264"/>
                    </a:cubicBezTo>
                    <a:cubicBezTo>
                      <a:pt x="245" y="259"/>
                      <a:pt x="242" y="257"/>
                      <a:pt x="234" y="260"/>
                    </a:cubicBezTo>
                    <a:cubicBezTo>
                      <a:pt x="211" y="252"/>
                      <a:pt x="192" y="256"/>
                      <a:pt x="172" y="242"/>
                    </a:cubicBezTo>
                    <a:cubicBezTo>
                      <a:pt x="165" y="231"/>
                      <a:pt x="176" y="221"/>
                      <a:pt x="160" y="216"/>
                    </a:cubicBezTo>
                    <a:cubicBezTo>
                      <a:pt x="154" y="233"/>
                      <a:pt x="136" y="203"/>
                      <a:pt x="126" y="200"/>
                    </a:cubicBezTo>
                    <a:cubicBezTo>
                      <a:pt x="120" y="196"/>
                      <a:pt x="114" y="190"/>
                      <a:pt x="108" y="186"/>
                    </a:cubicBezTo>
                    <a:cubicBezTo>
                      <a:pt x="104" y="175"/>
                      <a:pt x="104" y="165"/>
                      <a:pt x="94" y="158"/>
                    </a:cubicBezTo>
                    <a:cubicBezTo>
                      <a:pt x="83" y="142"/>
                      <a:pt x="85" y="119"/>
                      <a:pt x="68" y="108"/>
                    </a:cubicBezTo>
                    <a:cubicBezTo>
                      <a:pt x="67" y="106"/>
                      <a:pt x="66" y="104"/>
                      <a:pt x="64" y="102"/>
                    </a:cubicBezTo>
                    <a:cubicBezTo>
                      <a:pt x="62" y="101"/>
                      <a:pt x="59" y="102"/>
                      <a:pt x="58" y="100"/>
                    </a:cubicBezTo>
                    <a:cubicBezTo>
                      <a:pt x="56" y="97"/>
                      <a:pt x="54" y="88"/>
                      <a:pt x="54" y="88"/>
                    </a:cubicBezTo>
                    <a:cubicBezTo>
                      <a:pt x="59" y="73"/>
                      <a:pt x="52" y="61"/>
                      <a:pt x="38" y="58"/>
                    </a:cubicBezTo>
                    <a:cubicBezTo>
                      <a:pt x="32" y="49"/>
                      <a:pt x="31" y="44"/>
                      <a:pt x="20" y="40"/>
                    </a:cubicBezTo>
                    <a:cubicBezTo>
                      <a:pt x="16" y="27"/>
                      <a:pt x="16" y="26"/>
                      <a:pt x="4" y="22"/>
                    </a:cubicBezTo>
                    <a:cubicBezTo>
                      <a:pt x="1" y="13"/>
                      <a:pt x="0" y="5"/>
                      <a:pt x="10" y="2"/>
                    </a:cubicBezTo>
                    <a:cubicBezTo>
                      <a:pt x="18" y="5"/>
                      <a:pt x="18" y="4"/>
                      <a:pt x="10" y="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Freeform 32"/>
              <p:cNvSpPr>
                <a:spLocks/>
              </p:cNvSpPr>
              <p:nvPr userDrawn="1"/>
            </p:nvSpPr>
            <p:spPr bwMode="ltGray">
              <a:xfrm>
                <a:off x="2222" y="724"/>
                <a:ext cx="157" cy="167"/>
              </a:xfrm>
              <a:custGeom>
                <a:avLst/>
                <a:gdLst>
                  <a:gd name="T0" fmla="*/ 54 w 156"/>
                  <a:gd name="T1" fmla="*/ 29 h 206"/>
                  <a:gd name="T2" fmla="*/ 66 w 156"/>
                  <a:gd name="T3" fmla="*/ 25 h 206"/>
                  <a:gd name="T4" fmla="*/ 68 w 156"/>
                  <a:gd name="T5" fmla="*/ 23 h 206"/>
                  <a:gd name="T6" fmla="*/ 84 w 156"/>
                  <a:gd name="T7" fmla="*/ 19 h 206"/>
                  <a:gd name="T8" fmla="*/ 110 w 156"/>
                  <a:gd name="T9" fmla="*/ 10 h 206"/>
                  <a:gd name="T10" fmla="*/ 116 w 156"/>
                  <a:gd name="T11" fmla="*/ 2 h 206"/>
                  <a:gd name="T12" fmla="*/ 128 w 156"/>
                  <a:gd name="T13" fmla="*/ 0 h 206"/>
                  <a:gd name="T14" fmla="*/ 154 w 156"/>
                  <a:gd name="T15" fmla="*/ 12 h 206"/>
                  <a:gd name="T16" fmla="*/ 150 w 156"/>
                  <a:gd name="T17" fmla="*/ 19 h 206"/>
                  <a:gd name="T18" fmla="*/ 130 w 156"/>
                  <a:gd name="T19" fmla="*/ 28 h 206"/>
                  <a:gd name="T20" fmla="*/ 136 w 156"/>
                  <a:gd name="T21" fmla="*/ 41 h 206"/>
                  <a:gd name="T22" fmla="*/ 146 w 156"/>
                  <a:gd name="T23" fmla="*/ 47 h 206"/>
                  <a:gd name="T24" fmla="*/ 150 w 156"/>
                  <a:gd name="T25" fmla="*/ 55 h 206"/>
                  <a:gd name="T26" fmla="*/ 132 w 156"/>
                  <a:gd name="T27" fmla="*/ 55 h 206"/>
                  <a:gd name="T28" fmla="*/ 120 w 156"/>
                  <a:gd name="T29" fmla="*/ 63 h 206"/>
                  <a:gd name="T30" fmla="*/ 108 w 156"/>
                  <a:gd name="T31" fmla="*/ 67 h 206"/>
                  <a:gd name="T32" fmla="*/ 104 w 156"/>
                  <a:gd name="T33" fmla="*/ 86 h 206"/>
                  <a:gd name="T34" fmla="*/ 92 w 156"/>
                  <a:gd name="T35" fmla="*/ 88 h 206"/>
                  <a:gd name="T36" fmla="*/ 86 w 156"/>
                  <a:gd name="T37" fmla="*/ 88 h 206"/>
                  <a:gd name="T38" fmla="*/ 76 w 156"/>
                  <a:gd name="T39" fmla="*/ 88 h 206"/>
                  <a:gd name="T40" fmla="*/ 72 w 156"/>
                  <a:gd name="T41" fmla="*/ 82 h 206"/>
                  <a:gd name="T42" fmla="*/ 60 w 156"/>
                  <a:gd name="T43" fmla="*/ 80 h 206"/>
                  <a:gd name="T44" fmla="*/ 42 w 156"/>
                  <a:gd name="T45" fmla="*/ 84 h 206"/>
                  <a:gd name="T46" fmla="*/ 28 w 156"/>
                  <a:gd name="T47" fmla="*/ 80 h 206"/>
                  <a:gd name="T48" fmla="*/ 10 w 156"/>
                  <a:gd name="T49" fmla="*/ 64 h 206"/>
                  <a:gd name="T50" fmla="*/ 4 w 156"/>
                  <a:gd name="T51" fmla="*/ 56 h 206"/>
                  <a:gd name="T52" fmla="*/ 0 w 156"/>
                  <a:gd name="T53" fmla="*/ 51 h 206"/>
                  <a:gd name="T54" fmla="*/ 20 w 156"/>
                  <a:gd name="T55" fmla="*/ 41 h 206"/>
                  <a:gd name="T56" fmla="*/ 32 w 156"/>
                  <a:gd name="T57" fmla="*/ 45 h 206"/>
                  <a:gd name="T58" fmla="*/ 34 w 156"/>
                  <a:gd name="T59" fmla="*/ 35 h 206"/>
                  <a:gd name="T60" fmla="*/ 52 w 156"/>
                  <a:gd name="T61" fmla="*/ 30 h 206"/>
                  <a:gd name="T62" fmla="*/ 54 w 156"/>
                  <a:gd name="T63" fmla="*/ 29 h 20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56" h="206">
                    <a:moveTo>
                      <a:pt x="54" y="66"/>
                    </a:moveTo>
                    <a:cubicBezTo>
                      <a:pt x="58" y="63"/>
                      <a:pt x="64" y="63"/>
                      <a:pt x="66" y="58"/>
                    </a:cubicBezTo>
                    <a:cubicBezTo>
                      <a:pt x="67" y="56"/>
                      <a:pt x="67" y="53"/>
                      <a:pt x="68" y="52"/>
                    </a:cubicBezTo>
                    <a:cubicBezTo>
                      <a:pt x="71" y="49"/>
                      <a:pt x="80" y="44"/>
                      <a:pt x="80" y="44"/>
                    </a:cubicBezTo>
                    <a:cubicBezTo>
                      <a:pt x="113" y="55"/>
                      <a:pt x="85" y="29"/>
                      <a:pt x="106" y="22"/>
                    </a:cubicBezTo>
                    <a:cubicBezTo>
                      <a:pt x="110" y="17"/>
                      <a:pt x="108" y="9"/>
                      <a:pt x="112" y="4"/>
                    </a:cubicBezTo>
                    <a:cubicBezTo>
                      <a:pt x="115" y="1"/>
                      <a:pt x="124" y="0"/>
                      <a:pt x="124" y="0"/>
                    </a:cubicBezTo>
                    <a:cubicBezTo>
                      <a:pt x="138" y="14"/>
                      <a:pt x="126" y="23"/>
                      <a:pt x="150" y="28"/>
                    </a:cubicBezTo>
                    <a:cubicBezTo>
                      <a:pt x="156" y="36"/>
                      <a:pt x="154" y="39"/>
                      <a:pt x="146" y="44"/>
                    </a:cubicBezTo>
                    <a:cubicBezTo>
                      <a:pt x="141" y="52"/>
                      <a:pt x="135" y="61"/>
                      <a:pt x="126" y="64"/>
                    </a:cubicBezTo>
                    <a:cubicBezTo>
                      <a:pt x="118" y="75"/>
                      <a:pt x="128" y="83"/>
                      <a:pt x="132" y="94"/>
                    </a:cubicBezTo>
                    <a:cubicBezTo>
                      <a:pt x="129" y="103"/>
                      <a:pt x="135" y="105"/>
                      <a:pt x="142" y="110"/>
                    </a:cubicBezTo>
                    <a:cubicBezTo>
                      <a:pt x="145" y="119"/>
                      <a:pt x="141" y="120"/>
                      <a:pt x="146" y="128"/>
                    </a:cubicBezTo>
                    <a:cubicBezTo>
                      <a:pt x="142" y="139"/>
                      <a:pt x="135" y="133"/>
                      <a:pt x="128" y="128"/>
                    </a:cubicBezTo>
                    <a:cubicBezTo>
                      <a:pt x="116" y="132"/>
                      <a:pt x="122" y="136"/>
                      <a:pt x="116" y="146"/>
                    </a:cubicBezTo>
                    <a:cubicBezTo>
                      <a:pt x="113" y="151"/>
                      <a:pt x="108" y="152"/>
                      <a:pt x="104" y="156"/>
                    </a:cubicBezTo>
                    <a:cubicBezTo>
                      <a:pt x="107" y="167"/>
                      <a:pt x="112" y="191"/>
                      <a:pt x="100" y="198"/>
                    </a:cubicBezTo>
                    <a:cubicBezTo>
                      <a:pt x="96" y="200"/>
                      <a:pt x="92" y="200"/>
                      <a:pt x="88" y="202"/>
                    </a:cubicBezTo>
                    <a:cubicBezTo>
                      <a:pt x="86" y="203"/>
                      <a:pt x="84" y="205"/>
                      <a:pt x="82" y="206"/>
                    </a:cubicBezTo>
                    <a:cubicBezTo>
                      <a:pt x="80" y="205"/>
                      <a:pt x="77" y="204"/>
                      <a:pt x="76" y="202"/>
                    </a:cubicBezTo>
                    <a:cubicBezTo>
                      <a:pt x="74" y="198"/>
                      <a:pt x="76" y="191"/>
                      <a:pt x="72" y="190"/>
                    </a:cubicBezTo>
                    <a:cubicBezTo>
                      <a:pt x="68" y="189"/>
                      <a:pt x="60" y="186"/>
                      <a:pt x="60" y="186"/>
                    </a:cubicBezTo>
                    <a:cubicBezTo>
                      <a:pt x="53" y="188"/>
                      <a:pt x="49" y="192"/>
                      <a:pt x="42" y="194"/>
                    </a:cubicBezTo>
                    <a:cubicBezTo>
                      <a:pt x="34" y="189"/>
                      <a:pt x="37" y="183"/>
                      <a:pt x="28" y="186"/>
                    </a:cubicBezTo>
                    <a:cubicBezTo>
                      <a:pt x="12" y="181"/>
                      <a:pt x="19" y="161"/>
                      <a:pt x="10" y="148"/>
                    </a:cubicBezTo>
                    <a:cubicBezTo>
                      <a:pt x="5" y="121"/>
                      <a:pt x="11" y="147"/>
                      <a:pt x="4" y="130"/>
                    </a:cubicBezTo>
                    <a:cubicBezTo>
                      <a:pt x="2" y="126"/>
                      <a:pt x="0" y="118"/>
                      <a:pt x="0" y="118"/>
                    </a:cubicBezTo>
                    <a:cubicBezTo>
                      <a:pt x="2" y="95"/>
                      <a:pt x="0" y="83"/>
                      <a:pt x="20" y="96"/>
                    </a:cubicBezTo>
                    <a:cubicBezTo>
                      <a:pt x="23" y="105"/>
                      <a:pt x="23" y="110"/>
                      <a:pt x="32" y="104"/>
                    </a:cubicBezTo>
                    <a:cubicBezTo>
                      <a:pt x="35" y="95"/>
                      <a:pt x="29" y="88"/>
                      <a:pt x="34" y="80"/>
                    </a:cubicBezTo>
                    <a:cubicBezTo>
                      <a:pt x="36" y="76"/>
                      <a:pt x="48" y="73"/>
                      <a:pt x="52" y="70"/>
                    </a:cubicBezTo>
                    <a:cubicBezTo>
                      <a:pt x="57" y="63"/>
                      <a:pt x="58" y="62"/>
                      <a:pt x="54" y="6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Freeform 33"/>
              <p:cNvSpPr>
                <a:spLocks/>
              </p:cNvSpPr>
              <p:nvPr userDrawn="1"/>
            </p:nvSpPr>
            <p:spPr bwMode="ltGray">
              <a:xfrm>
                <a:off x="2375" y="800"/>
                <a:ext cx="110" cy="32"/>
              </a:xfrm>
              <a:custGeom>
                <a:avLst/>
                <a:gdLst>
                  <a:gd name="T0" fmla="*/ 4 w 109"/>
                  <a:gd name="T1" fmla="*/ 16 h 38"/>
                  <a:gd name="T2" fmla="*/ 18 w 109"/>
                  <a:gd name="T3" fmla="*/ 5 h 38"/>
                  <a:gd name="T4" fmla="*/ 46 w 109"/>
                  <a:gd name="T5" fmla="*/ 10 h 38"/>
                  <a:gd name="T6" fmla="*/ 76 w 109"/>
                  <a:gd name="T7" fmla="*/ 7 h 38"/>
                  <a:gd name="T8" fmla="*/ 94 w 109"/>
                  <a:gd name="T9" fmla="*/ 0 h 38"/>
                  <a:gd name="T10" fmla="*/ 80 w 109"/>
                  <a:gd name="T11" fmla="*/ 13 h 38"/>
                  <a:gd name="T12" fmla="*/ 64 w 109"/>
                  <a:gd name="T13" fmla="*/ 19 h 38"/>
                  <a:gd name="T14" fmla="*/ 42 w 109"/>
                  <a:gd name="T15" fmla="*/ 16 h 38"/>
                  <a:gd name="T16" fmla="*/ 14 w 109"/>
                  <a:gd name="T17" fmla="*/ 15 h 38"/>
                  <a:gd name="T18" fmla="*/ 4 w 109"/>
                  <a:gd name="T19" fmla="*/ 16 h 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9" h="38">
                    <a:moveTo>
                      <a:pt x="4" y="32"/>
                    </a:moveTo>
                    <a:cubicBezTo>
                      <a:pt x="7" y="22"/>
                      <a:pt x="7" y="14"/>
                      <a:pt x="18" y="10"/>
                    </a:cubicBezTo>
                    <a:cubicBezTo>
                      <a:pt x="28" y="12"/>
                      <a:pt x="37" y="14"/>
                      <a:pt x="46" y="20"/>
                    </a:cubicBezTo>
                    <a:cubicBezTo>
                      <a:pt x="62" y="15"/>
                      <a:pt x="54" y="17"/>
                      <a:pt x="72" y="14"/>
                    </a:cubicBezTo>
                    <a:cubicBezTo>
                      <a:pt x="77" y="9"/>
                      <a:pt x="90" y="0"/>
                      <a:pt x="90" y="0"/>
                    </a:cubicBezTo>
                    <a:cubicBezTo>
                      <a:pt x="109" y="6"/>
                      <a:pt x="85" y="23"/>
                      <a:pt x="76" y="26"/>
                    </a:cubicBezTo>
                    <a:cubicBezTo>
                      <a:pt x="71" y="33"/>
                      <a:pt x="68" y="35"/>
                      <a:pt x="60" y="38"/>
                    </a:cubicBezTo>
                    <a:cubicBezTo>
                      <a:pt x="54" y="36"/>
                      <a:pt x="42" y="32"/>
                      <a:pt x="42" y="32"/>
                    </a:cubicBezTo>
                    <a:cubicBezTo>
                      <a:pt x="33" y="23"/>
                      <a:pt x="26" y="26"/>
                      <a:pt x="14" y="30"/>
                    </a:cubicBezTo>
                    <a:cubicBezTo>
                      <a:pt x="1" y="28"/>
                      <a:pt x="0" y="24"/>
                      <a:pt x="4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Freeform 34"/>
              <p:cNvSpPr>
                <a:spLocks/>
              </p:cNvSpPr>
              <p:nvPr userDrawn="1"/>
            </p:nvSpPr>
            <p:spPr bwMode="ltGray">
              <a:xfrm>
                <a:off x="2370" y="839"/>
                <a:ext cx="75" cy="84"/>
              </a:xfrm>
              <a:custGeom>
                <a:avLst/>
                <a:gdLst>
                  <a:gd name="T0" fmla="*/ 8 w 76"/>
                  <a:gd name="T1" fmla="*/ 8 h 104"/>
                  <a:gd name="T2" fmla="*/ 18 w 76"/>
                  <a:gd name="T3" fmla="*/ 0 h 104"/>
                  <a:gd name="T4" fmla="*/ 34 w 76"/>
                  <a:gd name="T5" fmla="*/ 8 h 104"/>
                  <a:gd name="T6" fmla="*/ 58 w 76"/>
                  <a:gd name="T7" fmla="*/ 2 h 104"/>
                  <a:gd name="T8" fmla="*/ 42 w 76"/>
                  <a:gd name="T9" fmla="*/ 15 h 104"/>
                  <a:gd name="T10" fmla="*/ 50 w 76"/>
                  <a:gd name="T11" fmla="*/ 21 h 104"/>
                  <a:gd name="T12" fmla="*/ 54 w 76"/>
                  <a:gd name="T13" fmla="*/ 26 h 104"/>
                  <a:gd name="T14" fmla="*/ 42 w 76"/>
                  <a:gd name="T15" fmla="*/ 32 h 104"/>
                  <a:gd name="T16" fmla="*/ 34 w 76"/>
                  <a:gd name="T17" fmla="*/ 26 h 104"/>
                  <a:gd name="T18" fmla="*/ 22 w 76"/>
                  <a:gd name="T19" fmla="*/ 21 h 104"/>
                  <a:gd name="T20" fmla="*/ 28 w 76"/>
                  <a:gd name="T21" fmla="*/ 29 h 104"/>
                  <a:gd name="T22" fmla="*/ 30 w 76"/>
                  <a:gd name="T23" fmla="*/ 32 h 104"/>
                  <a:gd name="T24" fmla="*/ 20 w 76"/>
                  <a:gd name="T25" fmla="*/ 44 h 104"/>
                  <a:gd name="T26" fmla="*/ 12 w 76"/>
                  <a:gd name="T27" fmla="*/ 43 h 104"/>
                  <a:gd name="T28" fmla="*/ 8 w 76"/>
                  <a:gd name="T29" fmla="*/ 39 h 104"/>
                  <a:gd name="T30" fmla="*/ 0 w 76"/>
                  <a:gd name="T31" fmla="*/ 23 h 104"/>
                  <a:gd name="T32" fmla="*/ 2 w 76"/>
                  <a:gd name="T33" fmla="*/ 12 h 104"/>
                  <a:gd name="T34" fmla="*/ 8 w 76"/>
                  <a:gd name="T35" fmla="*/ 8 h 10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6" h="104">
                    <a:moveTo>
                      <a:pt x="8" y="18"/>
                    </a:moveTo>
                    <a:cubicBezTo>
                      <a:pt x="10" y="8"/>
                      <a:pt x="9" y="3"/>
                      <a:pt x="18" y="0"/>
                    </a:cubicBezTo>
                    <a:cubicBezTo>
                      <a:pt x="28" y="3"/>
                      <a:pt x="25" y="12"/>
                      <a:pt x="34" y="18"/>
                    </a:cubicBezTo>
                    <a:cubicBezTo>
                      <a:pt x="46" y="16"/>
                      <a:pt x="51" y="8"/>
                      <a:pt x="62" y="4"/>
                    </a:cubicBezTo>
                    <a:cubicBezTo>
                      <a:pt x="76" y="9"/>
                      <a:pt x="56" y="31"/>
                      <a:pt x="46" y="34"/>
                    </a:cubicBezTo>
                    <a:cubicBezTo>
                      <a:pt x="51" y="56"/>
                      <a:pt x="43" y="29"/>
                      <a:pt x="54" y="48"/>
                    </a:cubicBezTo>
                    <a:cubicBezTo>
                      <a:pt x="56" y="52"/>
                      <a:pt x="58" y="60"/>
                      <a:pt x="58" y="60"/>
                    </a:cubicBezTo>
                    <a:cubicBezTo>
                      <a:pt x="55" y="68"/>
                      <a:pt x="54" y="71"/>
                      <a:pt x="46" y="74"/>
                    </a:cubicBezTo>
                    <a:cubicBezTo>
                      <a:pt x="38" y="71"/>
                      <a:pt x="37" y="68"/>
                      <a:pt x="34" y="60"/>
                    </a:cubicBezTo>
                    <a:cubicBezTo>
                      <a:pt x="33" y="50"/>
                      <a:pt x="32" y="33"/>
                      <a:pt x="22" y="48"/>
                    </a:cubicBezTo>
                    <a:cubicBezTo>
                      <a:pt x="25" y="60"/>
                      <a:pt x="23" y="53"/>
                      <a:pt x="28" y="68"/>
                    </a:cubicBezTo>
                    <a:cubicBezTo>
                      <a:pt x="29" y="70"/>
                      <a:pt x="30" y="74"/>
                      <a:pt x="30" y="74"/>
                    </a:cubicBezTo>
                    <a:cubicBezTo>
                      <a:pt x="24" y="84"/>
                      <a:pt x="22" y="93"/>
                      <a:pt x="20" y="104"/>
                    </a:cubicBezTo>
                    <a:cubicBezTo>
                      <a:pt x="17" y="103"/>
                      <a:pt x="14" y="104"/>
                      <a:pt x="12" y="102"/>
                    </a:cubicBezTo>
                    <a:cubicBezTo>
                      <a:pt x="9" y="99"/>
                      <a:pt x="8" y="90"/>
                      <a:pt x="8" y="90"/>
                    </a:cubicBezTo>
                    <a:cubicBezTo>
                      <a:pt x="13" y="75"/>
                      <a:pt x="14" y="64"/>
                      <a:pt x="0" y="54"/>
                    </a:cubicBezTo>
                    <a:cubicBezTo>
                      <a:pt x="1" y="46"/>
                      <a:pt x="1" y="38"/>
                      <a:pt x="2" y="30"/>
                    </a:cubicBezTo>
                    <a:cubicBezTo>
                      <a:pt x="2" y="27"/>
                      <a:pt x="13" y="2"/>
                      <a:pt x="8" y="1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Freeform 35"/>
              <p:cNvSpPr>
                <a:spLocks/>
              </p:cNvSpPr>
              <p:nvPr userDrawn="1"/>
            </p:nvSpPr>
            <p:spPr bwMode="ltGray">
              <a:xfrm>
                <a:off x="2497" y="793"/>
                <a:ext cx="37" cy="49"/>
              </a:xfrm>
              <a:custGeom>
                <a:avLst/>
                <a:gdLst>
                  <a:gd name="T0" fmla="*/ 3 w 37"/>
                  <a:gd name="T1" fmla="*/ 11 h 61"/>
                  <a:gd name="T2" fmla="*/ 13 w 37"/>
                  <a:gd name="T3" fmla="*/ 0 h 61"/>
                  <a:gd name="T4" fmla="*/ 15 w 37"/>
                  <a:gd name="T5" fmla="*/ 11 h 61"/>
                  <a:gd name="T6" fmla="*/ 37 w 37"/>
                  <a:gd name="T7" fmla="*/ 16 h 61"/>
                  <a:gd name="T8" fmla="*/ 19 w 37"/>
                  <a:gd name="T9" fmla="*/ 18 h 61"/>
                  <a:gd name="T10" fmla="*/ 5 w 37"/>
                  <a:gd name="T11" fmla="*/ 25 h 61"/>
                  <a:gd name="T12" fmla="*/ 1 w 37"/>
                  <a:gd name="T13" fmla="*/ 14 h 61"/>
                  <a:gd name="T14" fmla="*/ 3 w 37"/>
                  <a:gd name="T15" fmla="*/ 11 h 6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7" h="61">
                    <a:moveTo>
                      <a:pt x="3" y="28"/>
                    </a:moveTo>
                    <a:cubicBezTo>
                      <a:pt x="5" y="14"/>
                      <a:pt x="2" y="7"/>
                      <a:pt x="13" y="0"/>
                    </a:cubicBezTo>
                    <a:cubicBezTo>
                      <a:pt x="26" y="9"/>
                      <a:pt x="23" y="17"/>
                      <a:pt x="15" y="28"/>
                    </a:cubicBezTo>
                    <a:cubicBezTo>
                      <a:pt x="25" y="31"/>
                      <a:pt x="33" y="27"/>
                      <a:pt x="37" y="38"/>
                    </a:cubicBezTo>
                    <a:cubicBezTo>
                      <a:pt x="30" y="45"/>
                      <a:pt x="28" y="47"/>
                      <a:pt x="19" y="44"/>
                    </a:cubicBezTo>
                    <a:cubicBezTo>
                      <a:pt x="13" y="54"/>
                      <a:pt x="18" y="61"/>
                      <a:pt x="5" y="58"/>
                    </a:cubicBezTo>
                    <a:cubicBezTo>
                      <a:pt x="0" y="50"/>
                      <a:pt x="3" y="44"/>
                      <a:pt x="1" y="34"/>
                    </a:cubicBezTo>
                    <a:cubicBezTo>
                      <a:pt x="2" y="32"/>
                      <a:pt x="3" y="28"/>
                      <a:pt x="3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Freeform 36"/>
              <p:cNvSpPr>
                <a:spLocks/>
              </p:cNvSpPr>
              <p:nvPr userDrawn="1"/>
            </p:nvSpPr>
            <p:spPr bwMode="ltGray">
              <a:xfrm>
                <a:off x="2506" y="869"/>
                <a:ext cx="47" cy="24"/>
              </a:xfrm>
              <a:custGeom>
                <a:avLst/>
                <a:gdLst>
                  <a:gd name="T0" fmla="*/ 7 w 49"/>
                  <a:gd name="T1" fmla="*/ 0 h 29"/>
                  <a:gd name="T2" fmla="*/ 25 w 49"/>
                  <a:gd name="T3" fmla="*/ 0 h 29"/>
                  <a:gd name="T4" fmla="*/ 41 w 49"/>
                  <a:gd name="T5" fmla="*/ 7 h 29"/>
                  <a:gd name="T6" fmla="*/ 31 w 49"/>
                  <a:gd name="T7" fmla="*/ 7 h 29"/>
                  <a:gd name="T8" fmla="*/ 3 w 49"/>
                  <a:gd name="T9" fmla="*/ 7 h 29"/>
                  <a:gd name="T10" fmla="*/ 7 w 49"/>
                  <a:gd name="T11" fmla="*/ 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9" h="29">
                    <a:moveTo>
                      <a:pt x="7" y="0"/>
                    </a:moveTo>
                    <a:cubicBezTo>
                      <a:pt x="15" y="6"/>
                      <a:pt x="19" y="2"/>
                      <a:pt x="29" y="0"/>
                    </a:cubicBezTo>
                    <a:cubicBezTo>
                      <a:pt x="45" y="5"/>
                      <a:pt x="40" y="3"/>
                      <a:pt x="49" y="16"/>
                    </a:cubicBezTo>
                    <a:cubicBezTo>
                      <a:pt x="46" y="29"/>
                      <a:pt x="42" y="21"/>
                      <a:pt x="35" y="14"/>
                    </a:cubicBezTo>
                    <a:cubicBezTo>
                      <a:pt x="26" y="15"/>
                      <a:pt x="12" y="19"/>
                      <a:pt x="3" y="16"/>
                    </a:cubicBezTo>
                    <a:cubicBezTo>
                      <a:pt x="0" y="6"/>
                      <a:pt x="7" y="10"/>
                      <a:pt x="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Freeform 37"/>
              <p:cNvSpPr>
                <a:spLocks/>
              </p:cNvSpPr>
              <p:nvPr userDrawn="1"/>
            </p:nvSpPr>
            <p:spPr bwMode="ltGray">
              <a:xfrm>
                <a:off x="2555" y="832"/>
                <a:ext cx="61" cy="42"/>
              </a:xfrm>
              <a:custGeom>
                <a:avLst/>
                <a:gdLst>
                  <a:gd name="T0" fmla="*/ 21 w 61"/>
                  <a:gd name="T1" fmla="*/ 22 h 48"/>
                  <a:gd name="T2" fmla="*/ 15 w 61"/>
                  <a:gd name="T3" fmla="*/ 16 h 48"/>
                  <a:gd name="T4" fmla="*/ 3 w 61"/>
                  <a:gd name="T5" fmla="*/ 13 h 48"/>
                  <a:gd name="T6" fmla="*/ 13 w 61"/>
                  <a:gd name="T7" fmla="*/ 4 h 48"/>
                  <a:gd name="T8" fmla="*/ 25 w 61"/>
                  <a:gd name="T9" fmla="*/ 0 h 48"/>
                  <a:gd name="T10" fmla="*/ 49 w 61"/>
                  <a:gd name="T11" fmla="*/ 6 h 48"/>
                  <a:gd name="T12" fmla="*/ 53 w 61"/>
                  <a:gd name="T13" fmla="*/ 12 h 48"/>
                  <a:gd name="T14" fmla="*/ 61 w 61"/>
                  <a:gd name="T15" fmla="*/ 19 h 48"/>
                  <a:gd name="T16" fmla="*/ 41 w 61"/>
                  <a:gd name="T17" fmla="*/ 22 h 48"/>
                  <a:gd name="T18" fmla="*/ 23 w 61"/>
                  <a:gd name="T19" fmla="*/ 26 h 48"/>
                  <a:gd name="T20" fmla="*/ 21 w 61"/>
                  <a:gd name="T21" fmla="*/ 22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1" h="48">
                    <a:moveTo>
                      <a:pt x="21" y="38"/>
                    </a:moveTo>
                    <a:cubicBezTo>
                      <a:pt x="19" y="34"/>
                      <a:pt x="19" y="29"/>
                      <a:pt x="15" y="26"/>
                    </a:cubicBezTo>
                    <a:cubicBezTo>
                      <a:pt x="12" y="24"/>
                      <a:pt x="3" y="22"/>
                      <a:pt x="3" y="22"/>
                    </a:cubicBezTo>
                    <a:cubicBezTo>
                      <a:pt x="0" y="12"/>
                      <a:pt x="5" y="12"/>
                      <a:pt x="13" y="8"/>
                    </a:cubicBezTo>
                    <a:cubicBezTo>
                      <a:pt x="17" y="6"/>
                      <a:pt x="25" y="0"/>
                      <a:pt x="25" y="0"/>
                    </a:cubicBezTo>
                    <a:cubicBezTo>
                      <a:pt x="37" y="2"/>
                      <a:pt x="41" y="2"/>
                      <a:pt x="49" y="10"/>
                    </a:cubicBezTo>
                    <a:cubicBezTo>
                      <a:pt x="45" y="21"/>
                      <a:pt x="46" y="12"/>
                      <a:pt x="53" y="20"/>
                    </a:cubicBezTo>
                    <a:cubicBezTo>
                      <a:pt x="56" y="24"/>
                      <a:pt x="61" y="32"/>
                      <a:pt x="61" y="32"/>
                    </a:cubicBezTo>
                    <a:cubicBezTo>
                      <a:pt x="56" y="47"/>
                      <a:pt x="53" y="42"/>
                      <a:pt x="41" y="38"/>
                    </a:cubicBezTo>
                    <a:cubicBezTo>
                      <a:pt x="27" y="47"/>
                      <a:pt x="34" y="48"/>
                      <a:pt x="23" y="44"/>
                    </a:cubicBezTo>
                    <a:cubicBezTo>
                      <a:pt x="22" y="42"/>
                      <a:pt x="21" y="38"/>
                      <a:pt x="21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Freeform 38"/>
              <p:cNvSpPr>
                <a:spLocks/>
              </p:cNvSpPr>
              <p:nvPr userDrawn="1"/>
            </p:nvSpPr>
            <p:spPr bwMode="ltGray">
              <a:xfrm>
                <a:off x="2572" y="852"/>
                <a:ext cx="286" cy="149"/>
              </a:xfrm>
              <a:custGeom>
                <a:avLst/>
                <a:gdLst>
                  <a:gd name="T0" fmla="*/ 46 w 286"/>
                  <a:gd name="T1" fmla="*/ 13 h 182"/>
                  <a:gd name="T2" fmla="*/ 36 w 286"/>
                  <a:gd name="T3" fmla="*/ 6 h 182"/>
                  <a:gd name="T4" fmla="*/ 26 w 286"/>
                  <a:gd name="T5" fmla="*/ 13 h 182"/>
                  <a:gd name="T6" fmla="*/ 0 w 286"/>
                  <a:gd name="T7" fmla="*/ 11 h 182"/>
                  <a:gd name="T8" fmla="*/ 10 w 286"/>
                  <a:gd name="T9" fmla="*/ 19 h 182"/>
                  <a:gd name="T10" fmla="*/ 16 w 286"/>
                  <a:gd name="T11" fmla="*/ 28 h 182"/>
                  <a:gd name="T12" fmla="*/ 24 w 286"/>
                  <a:gd name="T13" fmla="*/ 21 h 182"/>
                  <a:gd name="T14" fmla="*/ 30 w 286"/>
                  <a:gd name="T15" fmla="*/ 20 h 182"/>
                  <a:gd name="T16" fmla="*/ 48 w 286"/>
                  <a:gd name="T17" fmla="*/ 25 h 182"/>
                  <a:gd name="T18" fmla="*/ 70 w 286"/>
                  <a:gd name="T19" fmla="*/ 28 h 182"/>
                  <a:gd name="T20" fmla="*/ 88 w 286"/>
                  <a:gd name="T21" fmla="*/ 32 h 182"/>
                  <a:gd name="T22" fmla="*/ 106 w 286"/>
                  <a:gd name="T23" fmla="*/ 46 h 182"/>
                  <a:gd name="T24" fmla="*/ 104 w 286"/>
                  <a:gd name="T25" fmla="*/ 55 h 182"/>
                  <a:gd name="T26" fmla="*/ 98 w 286"/>
                  <a:gd name="T27" fmla="*/ 61 h 182"/>
                  <a:gd name="T28" fmla="*/ 122 w 286"/>
                  <a:gd name="T29" fmla="*/ 57 h 182"/>
                  <a:gd name="T30" fmla="*/ 140 w 286"/>
                  <a:gd name="T31" fmla="*/ 63 h 182"/>
                  <a:gd name="T32" fmla="*/ 168 w 286"/>
                  <a:gd name="T33" fmla="*/ 66 h 182"/>
                  <a:gd name="T34" fmla="*/ 174 w 286"/>
                  <a:gd name="T35" fmla="*/ 65 h 182"/>
                  <a:gd name="T36" fmla="*/ 168 w 286"/>
                  <a:gd name="T37" fmla="*/ 61 h 182"/>
                  <a:gd name="T38" fmla="*/ 178 w 286"/>
                  <a:gd name="T39" fmla="*/ 61 h 182"/>
                  <a:gd name="T40" fmla="*/ 186 w 286"/>
                  <a:gd name="T41" fmla="*/ 53 h 182"/>
                  <a:gd name="T42" fmla="*/ 202 w 286"/>
                  <a:gd name="T43" fmla="*/ 55 h 182"/>
                  <a:gd name="T44" fmla="*/ 214 w 286"/>
                  <a:gd name="T45" fmla="*/ 58 h 182"/>
                  <a:gd name="T46" fmla="*/ 244 w 286"/>
                  <a:gd name="T47" fmla="*/ 76 h 182"/>
                  <a:gd name="T48" fmla="*/ 262 w 286"/>
                  <a:gd name="T49" fmla="*/ 80 h 182"/>
                  <a:gd name="T50" fmla="*/ 284 w 286"/>
                  <a:gd name="T51" fmla="*/ 76 h 182"/>
                  <a:gd name="T52" fmla="*/ 268 w 286"/>
                  <a:gd name="T53" fmla="*/ 72 h 182"/>
                  <a:gd name="T54" fmla="*/ 256 w 286"/>
                  <a:gd name="T55" fmla="*/ 62 h 182"/>
                  <a:gd name="T56" fmla="*/ 250 w 286"/>
                  <a:gd name="T57" fmla="*/ 59 h 182"/>
                  <a:gd name="T58" fmla="*/ 248 w 286"/>
                  <a:gd name="T59" fmla="*/ 55 h 182"/>
                  <a:gd name="T60" fmla="*/ 236 w 286"/>
                  <a:gd name="T61" fmla="*/ 52 h 182"/>
                  <a:gd name="T62" fmla="*/ 240 w 286"/>
                  <a:gd name="T63" fmla="*/ 43 h 182"/>
                  <a:gd name="T64" fmla="*/ 220 w 286"/>
                  <a:gd name="T65" fmla="*/ 38 h 182"/>
                  <a:gd name="T66" fmla="*/ 210 w 286"/>
                  <a:gd name="T67" fmla="*/ 31 h 182"/>
                  <a:gd name="T68" fmla="*/ 190 w 286"/>
                  <a:gd name="T69" fmla="*/ 24 h 182"/>
                  <a:gd name="T70" fmla="*/ 168 w 286"/>
                  <a:gd name="T71" fmla="*/ 16 h 182"/>
                  <a:gd name="T72" fmla="*/ 156 w 286"/>
                  <a:gd name="T73" fmla="*/ 16 h 182"/>
                  <a:gd name="T74" fmla="*/ 120 w 286"/>
                  <a:gd name="T75" fmla="*/ 7 h 182"/>
                  <a:gd name="T76" fmla="*/ 102 w 286"/>
                  <a:gd name="T77" fmla="*/ 2 h 182"/>
                  <a:gd name="T78" fmla="*/ 96 w 286"/>
                  <a:gd name="T79" fmla="*/ 0 h 182"/>
                  <a:gd name="T80" fmla="*/ 70 w 286"/>
                  <a:gd name="T81" fmla="*/ 5 h 182"/>
                  <a:gd name="T82" fmla="*/ 56 w 286"/>
                  <a:gd name="T83" fmla="*/ 14 h 182"/>
                  <a:gd name="T84" fmla="*/ 46 w 286"/>
                  <a:gd name="T85" fmla="*/ 13 h 18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86" h="182">
                    <a:moveTo>
                      <a:pt x="46" y="28"/>
                    </a:moveTo>
                    <a:cubicBezTo>
                      <a:pt x="41" y="14"/>
                      <a:pt x="46" y="17"/>
                      <a:pt x="36" y="14"/>
                    </a:cubicBezTo>
                    <a:cubicBezTo>
                      <a:pt x="31" y="17"/>
                      <a:pt x="26" y="30"/>
                      <a:pt x="26" y="30"/>
                    </a:cubicBezTo>
                    <a:cubicBezTo>
                      <a:pt x="12" y="25"/>
                      <a:pt x="19" y="21"/>
                      <a:pt x="0" y="24"/>
                    </a:cubicBezTo>
                    <a:cubicBezTo>
                      <a:pt x="2" y="33"/>
                      <a:pt x="2" y="37"/>
                      <a:pt x="10" y="42"/>
                    </a:cubicBezTo>
                    <a:cubicBezTo>
                      <a:pt x="12" y="49"/>
                      <a:pt x="14" y="55"/>
                      <a:pt x="16" y="62"/>
                    </a:cubicBezTo>
                    <a:cubicBezTo>
                      <a:pt x="24" y="59"/>
                      <a:pt x="27" y="57"/>
                      <a:pt x="24" y="48"/>
                    </a:cubicBezTo>
                    <a:cubicBezTo>
                      <a:pt x="26" y="47"/>
                      <a:pt x="28" y="43"/>
                      <a:pt x="30" y="44"/>
                    </a:cubicBezTo>
                    <a:cubicBezTo>
                      <a:pt x="48" y="48"/>
                      <a:pt x="36" y="52"/>
                      <a:pt x="48" y="56"/>
                    </a:cubicBezTo>
                    <a:cubicBezTo>
                      <a:pt x="74" y="65"/>
                      <a:pt x="47" y="56"/>
                      <a:pt x="70" y="62"/>
                    </a:cubicBezTo>
                    <a:cubicBezTo>
                      <a:pt x="77" y="64"/>
                      <a:pt x="88" y="72"/>
                      <a:pt x="88" y="72"/>
                    </a:cubicBezTo>
                    <a:cubicBezTo>
                      <a:pt x="96" y="84"/>
                      <a:pt x="102" y="87"/>
                      <a:pt x="106" y="102"/>
                    </a:cubicBezTo>
                    <a:cubicBezTo>
                      <a:pt x="105" y="109"/>
                      <a:pt x="106" y="115"/>
                      <a:pt x="104" y="122"/>
                    </a:cubicBezTo>
                    <a:cubicBezTo>
                      <a:pt x="103" y="126"/>
                      <a:pt x="94" y="132"/>
                      <a:pt x="98" y="134"/>
                    </a:cubicBezTo>
                    <a:cubicBezTo>
                      <a:pt x="106" y="137"/>
                      <a:pt x="122" y="128"/>
                      <a:pt x="122" y="128"/>
                    </a:cubicBezTo>
                    <a:cubicBezTo>
                      <a:pt x="130" y="131"/>
                      <a:pt x="133" y="135"/>
                      <a:pt x="140" y="140"/>
                    </a:cubicBezTo>
                    <a:cubicBezTo>
                      <a:pt x="148" y="145"/>
                      <a:pt x="159" y="145"/>
                      <a:pt x="168" y="148"/>
                    </a:cubicBezTo>
                    <a:cubicBezTo>
                      <a:pt x="170" y="147"/>
                      <a:pt x="173" y="148"/>
                      <a:pt x="174" y="146"/>
                    </a:cubicBezTo>
                    <a:cubicBezTo>
                      <a:pt x="176" y="142"/>
                      <a:pt x="164" y="136"/>
                      <a:pt x="168" y="134"/>
                    </a:cubicBezTo>
                    <a:cubicBezTo>
                      <a:pt x="171" y="132"/>
                      <a:pt x="175" y="135"/>
                      <a:pt x="178" y="136"/>
                    </a:cubicBezTo>
                    <a:cubicBezTo>
                      <a:pt x="182" y="131"/>
                      <a:pt x="186" y="118"/>
                      <a:pt x="186" y="118"/>
                    </a:cubicBezTo>
                    <a:cubicBezTo>
                      <a:pt x="189" y="119"/>
                      <a:pt x="199" y="120"/>
                      <a:pt x="202" y="122"/>
                    </a:cubicBezTo>
                    <a:cubicBezTo>
                      <a:pt x="206" y="124"/>
                      <a:pt x="214" y="130"/>
                      <a:pt x="214" y="130"/>
                    </a:cubicBezTo>
                    <a:cubicBezTo>
                      <a:pt x="224" y="145"/>
                      <a:pt x="228" y="158"/>
                      <a:pt x="244" y="168"/>
                    </a:cubicBezTo>
                    <a:cubicBezTo>
                      <a:pt x="250" y="172"/>
                      <a:pt x="262" y="178"/>
                      <a:pt x="262" y="178"/>
                    </a:cubicBezTo>
                    <a:cubicBezTo>
                      <a:pt x="265" y="178"/>
                      <a:pt x="286" y="182"/>
                      <a:pt x="284" y="170"/>
                    </a:cubicBezTo>
                    <a:cubicBezTo>
                      <a:pt x="283" y="164"/>
                      <a:pt x="268" y="160"/>
                      <a:pt x="268" y="160"/>
                    </a:cubicBezTo>
                    <a:cubicBezTo>
                      <a:pt x="261" y="150"/>
                      <a:pt x="270" y="143"/>
                      <a:pt x="256" y="138"/>
                    </a:cubicBezTo>
                    <a:cubicBezTo>
                      <a:pt x="254" y="136"/>
                      <a:pt x="251" y="135"/>
                      <a:pt x="250" y="132"/>
                    </a:cubicBezTo>
                    <a:cubicBezTo>
                      <a:pt x="248" y="129"/>
                      <a:pt x="250" y="125"/>
                      <a:pt x="248" y="122"/>
                    </a:cubicBezTo>
                    <a:cubicBezTo>
                      <a:pt x="246" y="118"/>
                      <a:pt x="240" y="118"/>
                      <a:pt x="236" y="116"/>
                    </a:cubicBezTo>
                    <a:cubicBezTo>
                      <a:pt x="230" y="107"/>
                      <a:pt x="227" y="100"/>
                      <a:pt x="240" y="96"/>
                    </a:cubicBezTo>
                    <a:cubicBezTo>
                      <a:pt x="236" y="83"/>
                      <a:pt x="236" y="84"/>
                      <a:pt x="220" y="86"/>
                    </a:cubicBezTo>
                    <a:cubicBezTo>
                      <a:pt x="209" y="82"/>
                      <a:pt x="208" y="82"/>
                      <a:pt x="210" y="70"/>
                    </a:cubicBezTo>
                    <a:cubicBezTo>
                      <a:pt x="207" y="60"/>
                      <a:pt x="199" y="57"/>
                      <a:pt x="190" y="54"/>
                    </a:cubicBezTo>
                    <a:cubicBezTo>
                      <a:pt x="181" y="45"/>
                      <a:pt x="181" y="42"/>
                      <a:pt x="168" y="38"/>
                    </a:cubicBezTo>
                    <a:cubicBezTo>
                      <a:pt x="164" y="37"/>
                      <a:pt x="156" y="34"/>
                      <a:pt x="156" y="34"/>
                    </a:cubicBezTo>
                    <a:cubicBezTo>
                      <a:pt x="146" y="24"/>
                      <a:pt x="134" y="21"/>
                      <a:pt x="120" y="16"/>
                    </a:cubicBezTo>
                    <a:cubicBezTo>
                      <a:pt x="113" y="14"/>
                      <a:pt x="108" y="8"/>
                      <a:pt x="102" y="4"/>
                    </a:cubicBezTo>
                    <a:cubicBezTo>
                      <a:pt x="100" y="3"/>
                      <a:pt x="96" y="0"/>
                      <a:pt x="96" y="0"/>
                    </a:cubicBezTo>
                    <a:cubicBezTo>
                      <a:pt x="83" y="2"/>
                      <a:pt x="79" y="1"/>
                      <a:pt x="70" y="10"/>
                    </a:cubicBezTo>
                    <a:cubicBezTo>
                      <a:pt x="67" y="19"/>
                      <a:pt x="63" y="27"/>
                      <a:pt x="56" y="32"/>
                    </a:cubicBezTo>
                    <a:cubicBezTo>
                      <a:pt x="49" y="30"/>
                      <a:pt x="52" y="31"/>
                      <a:pt x="46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Freeform 39"/>
              <p:cNvSpPr>
                <a:spLocks/>
              </p:cNvSpPr>
              <p:nvPr userDrawn="1"/>
            </p:nvSpPr>
            <p:spPr bwMode="ltGray">
              <a:xfrm>
                <a:off x="2820" y="866"/>
                <a:ext cx="78" cy="64"/>
              </a:xfrm>
              <a:custGeom>
                <a:avLst/>
                <a:gdLst>
                  <a:gd name="T0" fmla="*/ 1 w 78"/>
                  <a:gd name="T1" fmla="*/ 26 h 78"/>
                  <a:gd name="T2" fmla="*/ 27 w 78"/>
                  <a:gd name="T3" fmla="*/ 27 h 78"/>
                  <a:gd name="T4" fmla="*/ 45 w 78"/>
                  <a:gd name="T5" fmla="*/ 21 h 78"/>
                  <a:gd name="T6" fmla="*/ 57 w 78"/>
                  <a:gd name="T7" fmla="*/ 14 h 78"/>
                  <a:gd name="T8" fmla="*/ 43 w 78"/>
                  <a:gd name="T9" fmla="*/ 6 h 78"/>
                  <a:gd name="T10" fmla="*/ 43 w 78"/>
                  <a:gd name="T11" fmla="*/ 2 h 78"/>
                  <a:gd name="T12" fmla="*/ 71 w 78"/>
                  <a:gd name="T13" fmla="*/ 11 h 78"/>
                  <a:gd name="T14" fmla="*/ 67 w 78"/>
                  <a:gd name="T15" fmla="*/ 25 h 78"/>
                  <a:gd name="T16" fmla="*/ 33 w 78"/>
                  <a:gd name="T17" fmla="*/ 35 h 78"/>
                  <a:gd name="T18" fmla="*/ 9 w 78"/>
                  <a:gd name="T19" fmla="*/ 30 h 78"/>
                  <a:gd name="T20" fmla="*/ 3 w 78"/>
                  <a:gd name="T21" fmla="*/ 28 h 78"/>
                  <a:gd name="T22" fmla="*/ 1 w 78"/>
                  <a:gd name="T23" fmla="*/ 26 h 7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8" h="78">
                    <a:moveTo>
                      <a:pt x="1" y="58"/>
                    </a:moveTo>
                    <a:cubicBezTo>
                      <a:pt x="6" y="44"/>
                      <a:pt x="18" y="57"/>
                      <a:pt x="27" y="60"/>
                    </a:cubicBezTo>
                    <a:cubicBezTo>
                      <a:pt x="35" y="57"/>
                      <a:pt x="38" y="52"/>
                      <a:pt x="45" y="48"/>
                    </a:cubicBezTo>
                    <a:cubicBezTo>
                      <a:pt x="48" y="40"/>
                      <a:pt x="51" y="36"/>
                      <a:pt x="57" y="30"/>
                    </a:cubicBezTo>
                    <a:cubicBezTo>
                      <a:pt x="55" y="23"/>
                      <a:pt x="43" y="14"/>
                      <a:pt x="43" y="14"/>
                    </a:cubicBezTo>
                    <a:cubicBezTo>
                      <a:pt x="33" y="0"/>
                      <a:pt x="30" y="1"/>
                      <a:pt x="43" y="4"/>
                    </a:cubicBezTo>
                    <a:cubicBezTo>
                      <a:pt x="54" y="11"/>
                      <a:pt x="58" y="22"/>
                      <a:pt x="71" y="26"/>
                    </a:cubicBezTo>
                    <a:cubicBezTo>
                      <a:pt x="78" y="37"/>
                      <a:pt x="78" y="46"/>
                      <a:pt x="67" y="54"/>
                    </a:cubicBezTo>
                    <a:cubicBezTo>
                      <a:pt x="51" y="49"/>
                      <a:pt x="53" y="71"/>
                      <a:pt x="33" y="78"/>
                    </a:cubicBezTo>
                    <a:cubicBezTo>
                      <a:pt x="16" y="72"/>
                      <a:pt x="25" y="76"/>
                      <a:pt x="9" y="66"/>
                    </a:cubicBezTo>
                    <a:cubicBezTo>
                      <a:pt x="7" y="65"/>
                      <a:pt x="3" y="62"/>
                      <a:pt x="3" y="62"/>
                    </a:cubicBezTo>
                    <a:cubicBezTo>
                      <a:pt x="0" y="54"/>
                      <a:pt x="13" y="42"/>
                      <a:pt x="1" y="5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Freeform 40"/>
              <p:cNvSpPr>
                <a:spLocks/>
              </p:cNvSpPr>
              <p:nvPr userDrawn="1"/>
            </p:nvSpPr>
            <p:spPr bwMode="ltGray">
              <a:xfrm>
                <a:off x="2984" y="732"/>
                <a:ext cx="19" cy="14"/>
              </a:xfrm>
              <a:custGeom>
                <a:avLst/>
                <a:gdLst>
                  <a:gd name="T0" fmla="*/ 3 w 17"/>
                  <a:gd name="T1" fmla="*/ 2 h 18"/>
                  <a:gd name="T2" fmla="*/ 3 w 17"/>
                  <a:gd name="T3" fmla="*/ 5 h 18"/>
                  <a:gd name="T4" fmla="*/ 3 w 17"/>
                  <a:gd name="T5" fmla="*/ 2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3" y="4"/>
                    </a:moveTo>
                    <a:cubicBezTo>
                      <a:pt x="17" y="7"/>
                      <a:pt x="16" y="18"/>
                      <a:pt x="3" y="14"/>
                    </a:cubicBezTo>
                    <a:cubicBezTo>
                      <a:pt x="0" y="6"/>
                      <a:pt x="7" y="0"/>
                      <a:pt x="3" y="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Freeform 41"/>
              <p:cNvSpPr>
                <a:spLocks/>
              </p:cNvSpPr>
              <p:nvPr userDrawn="1"/>
            </p:nvSpPr>
            <p:spPr bwMode="ltGray">
              <a:xfrm>
                <a:off x="3083" y="830"/>
                <a:ext cx="26" cy="19"/>
              </a:xfrm>
              <a:custGeom>
                <a:avLst/>
                <a:gdLst>
                  <a:gd name="T0" fmla="*/ 8 w 26"/>
                  <a:gd name="T1" fmla="*/ 8 h 22"/>
                  <a:gd name="T2" fmla="*/ 14 w 26"/>
                  <a:gd name="T3" fmla="*/ 0 h 22"/>
                  <a:gd name="T4" fmla="*/ 14 w 26"/>
                  <a:gd name="T5" fmla="*/ 12 h 22"/>
                  <a:gd name="T6" fmla="*/ 8 w 26"/>
                  <a:gd name="T7" fmla="*/ 8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2">
                    <a:moveTo>
                      <a:pt x="8" y="14"/>
                    </a:moveTo>
                    <a:cubicBezTo>
                      <a:pt x="5" y="6"/>
                      <a:pt x="5" y="3"/>
                      <a:pt x="14" y="0"/>
                    </a:cubicBezTo>
                    <a:cubicBezTo>
                      <a:pt x="26" y="4"/>
                      <a:pt x="23" y="16"/>
                      <a:pt x="14" y="22"/>
                    </a:cubicBezTo>
                    <a:cubicBezTo>
                      <a:pt x="0" y="17"/>
                      <a:pt x="13" y="3"/>
                      <a:pt x="8" y="1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Freeform 42"/>
              <p:cNvSpPr>
                <a:spLocks/>
              </p:cNvSpPr>
              <p:nvPr userDrawn="1"/>
            </p:nvSpPr>
            <p:spPr bwMode="ltGray">
              <a:xfrm>
                <a:off x="2766" y="610"/>
                <a:ext cx="19" cy="12"/>
              </a:xfrm>
              <a:custGeom>
                <a:avLst/>
                <a:gdLst>
                  <a:gd name="T0" fmla="*/ 7 w 20"/>
                  <a:gd name="T1" fmla="*/ 5 h 15"/>
                  <a:gd name="T2" fmla="*/ 13 w 20"/>
                  <a:gd name="T3" fmla="*/ 2 h 15"/>
                  <a:gd name="T4" fmla="*/ 9 w 20"/>
                  <a:gd name="T5" fmla="*/ 5 h 15"/>
                  <a:gd name="T6" fmla="*/ 7 w 20"/>
                  <a:gd name="T7" fmla="*/ 5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5">
                    <a:moveTo>
                      <a:pt x="7" y="12"/>
                    </a:moveTo>
                    <a:cubicBezTo>
                      <a:pt x="0" y="1"/>
                      <a:pt x="6" y="0"/>
                      <a:pt x="17" y="2"/>
                    </a:cubicBezTo>
                    <a:cubicBezTo>
                      <a:pt x="20" y="10"/>
                      <a:pt x="18" y="15"/>
                      <a:pt x="9" y="12"/>
                    </a:cubicBezTo>
                    <a:cubicBezTo>
                      <a:pt x="4" y="4"/>
                      <a:pt x="4" y="4"/>
                      <a:pt x="7" y="1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Freeform 43"/>
              <p:cNvSpPr>
                <a:spLocks/>
              </p:cNvSpPr>
              <p:nvPr userDrawn="1"/>
            </p:nvSpPr>
            <p:spPr bwMode="ltGray">
              <a:xfrm>
                <a:off x="2600" y="712"/>
                <a:ext cx="19" cy="12"/>
              </a:xfrm>
              <a:custGeom>
                <a:avLst/>
                <a:gdLst>
                  <a:gd name="T0" fmla="*/ 7 w 20"/>
                  <a:gd name="T1" fmla="*/ 5 h 15"/>
                  <a:gd name="T2" fmla="*/ 11 w 20"/>
                  <a:gd name="T3" fmla="*/ 2 h 15"/>
                  <a:gd name="T4" fmla="*/ 11 w 20"/>
                  <a:gd name="T5" fmla="*/ 6 h 15"/>
                  <a:gd name="T6" fmla="*/ 7 w 20"/>
                  <a:gd name="T7" fmla="*/ 5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5">
                    <a:moveTo>
                      <a:pt x="7" y="12"/>
                    </a:moveTo>
                    <a:cubicBezTo>
                      <a:pt x="0" y="2"/>
                      <a:pt x="3" y="0"/>
                      <a:pt x="15" y="2"/>
                    </a:cubicBezTo>
                    <a:cubicBezTo>
                      <a:pt x="16" y="4"/>
                      <a:pt x="20" y="12"/>
                      <a:pt x="15" y="14"/>
                    </a:cubicBezTo>
                    <a:cubicBezTo>
                      <a:pt x="12" y="15"/>
                      <a:pt x="7" y="12"/>
                      <a:pt x="7" y="1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Freeform 44"/>
              <p:cNvSpPr>
                <a:spLocks/>
              </p:cNvSpPr>
              <p:nvPr userDrawn="1"/>
            </p:nvSpPr>
            <p:spPr bwMode="ltGray">
              <a:xfrm>
                <a:off x="2417" y="680"/>
                <a:ext cx="80" cy="66"/>
              </a:xfrm>
              <a:custGeom>
                <a:avLst/>
                <a:gdLst>
                  <a:gd name="T0" fmla="*/ 0 w 80"/>
                  <a:gd name="T1" fmla="*/ 23 h 80"/>
                  <a:gd name="T2" fmla="*/ 14 w 80"/>
                  <a:gd name="T3" fmla="*/ 12 h 80"/>
                  <a:gd name="T4" fmla="*/ 26 w 80"/>
                  <a:gd name="T5" fmla="*/ 10 h 80"/>
                  <a:gd name="T6" fmla="*/ 48 w 80"/>
                  <a:gd name="T7" fmla="*/ 8 h 80"/>
                  <a:gd name="T8" fmla="*/ 58 w 80"/>
                  <a:gd name="T9" fmla="*/ 0 h 80"/>
                  <a:gd name="T10" fmla="*/ 80 w 80"/>
                  <a:gd name="T11" fmla="*/ 18 h 80"/>
                  <a:gd name="T12" fmla="*/ 70 w 80"/>
                  <a:gd name="T13" fmla="*/ 26 h 80"/>
                  <a:gd name="T14" fmla="*/ 54 w 80"/>
                  <a:gd name="T15" fmla="*/ 29 h 80"/>
                  <a:gd name="T16" fmla="*/ 48 w 80"/>
                  <a:gd name="T17" fmla="*/ 37 h 80"/>
                  <a:gd name="T18" fmla="*/ 32 w 80"/>
                  <a:gd name="T19" fmla="*/ 31 h 80"/>
                  <a:gd name="T20" fmla="*/ 38 w 80"/>
                  <a:gd name="T21" fmla="*/ 24 h 80"/>
                  <a:gd name="T22" fmla="*/ 30 w 80"/>
                  <a:gd name="T23" fmla="*/ 13 h 80"/>
                  <a:gd name="T24" fmla="*/ 20 w 80"/>
                  <a:gd name="T25" fmla="*/ 22 h 80"/>
                  <a:gd name="T26" fmla="*/ 8 w 80"/>
                  <a:gd name="T27" fmla="*/ 26 h 80"/>
                  <a:gd name="T28" fmla="*/ 0 w 80"/>
                  <a:gd name="T29" fmla="*/ 23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0" h="80">
                    <a:moveTo>
                      <a:pt x="0" y="50"/>
                    </a:moveTo>
                    <a:cubicBezTo>
                      <a:pt x="1" y="47"/>
                      <a:pt x="12" y="25"/>
                      <a:pt x="14" y="24"/>
                    </a:cubicBezTo>
                    <a:cubicBezTo>
                      <a:pt x="17" y="22"/>
                      <a:pt x="26" y="20"/>
                      <a:pt x="26" y="20"/>
                    </a:cubicBezTo>
                    <a:cubicBezTo>
                      <a:pt x="34" y="23"/>
                      <a:pt x="40" y="21"/>
                      <a:pt x="48" y="18"/>
                    </a:cubicBezTo>
                    <a:cubicBezTo>
                      <a:pt x="52" y="12"/>
                      <a:pt x="54" y="6"/>
                      <a:pt x="58" y="0"/>
                    </a:cubicBezTo>
                    <a:cubicBezTo>
                      <a:pt x="70" y="4"/>
                      <a:pt x="76" y="28"/>
                      <a:pt x="80" y="40"/>
                    </a:cubicBezTo>
                    <a:cubicBezTo>
                      <a:pt x="75" y="54"/>
                      <a:pt x="80" y="50"/>
                      <a:pt x="70" y="56"/>
                    </a:cubicBezTo>
                    <a:cubicBezTo>
                      <a:pt x="61" y="53"/>
                      <a:pt x="59" y="54"/>
                      <a:pt x="54" y="62"/>
                    </a:cubicBezTo>
                    <a:cubicBezTo>
                      <a:pt x="57" y="71"/>
                      <a:pt x="56" y="75"/>
                      <a:pt x="48" y="80"/>
                    </a:cubicBezTo>
                    <a:cubicBezTo>
                      <a:pt x="40" y="77"/>
                      <a:pt x="39" y="72"/>
                      <a:pt x="32" y="68"/>
                    </a:cubicBezTo>
                    <a:cubicBezTo>
                      <a:pt x="26" y="59"/>
                      <a:pt x="30" y="57"/>
                      <a:pt x="38" y="52"/>
                    </a:cubicBezTo>
                    <a:cubicBezTo>
                      <a:pt x="41" y="42"/>
                      <a:pt x="39" y="34"/>
                      <a:pt x="30" y="28"/>
                    </a:cubicBezTo>
                    <a:cubicBezTo>
                      <a:pt x="20" y="31"/>
                      <a:pt x="30" y="40"/>
                      <a:pt x="20" y="48"/>
                    </a:cubicBezTo>
                    <a:cubicBezTo>
                      <a:pt x="16" y="51"/>
                      <a:pt x="8" y="56"/>
                      <a:pt x="8" y="56"/>
                    </a:cubicBezTo>
                    <a:cubicBezTo>
                      <a:pt x="2" y="50"/>
                      <a:pt x="5" y="50"/>
                      <a:pt x="0" y="5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Freeform 45"/>
              <p:cNvSpPr>
                <a:spLocks/>
              </p:cNvSpPr>
              <p:nvPr userDrawn="1"/>
            </p:nvSpPr>
            <p:spPr bwMode="ltGray">
              <a:xfrm>
                <a:off x="2391" y="541"/>
                <a:ext cx="94" cy="142"/>
              </a:xfrm>
              <a:custGeom>
                <a:avLst/>
                <a:gdLst>
                  <a:gd name="T0" fmla="*/ 14 w 94"/>
                  <a:gd name="T1" fmla="*/ 42 h 174"/>
                  <a:gd name="T2" fmla="*/ 26 w 94"/>
                  <a:gd name="T3" fmla="*/ 56 h 174"/>
                  <a:gd name="T4" fmla="*/ 32 w 94"/>
                  <a:gd name="T5" fmla="*/ 48 h 174"/>
                  <a:gd name="T6" fmla="*/ 52 w 94"/>
                  <a:gd name="T7" fmla="*/ 45 h 174"/>
                  <a:gd name="T8" fmla="*/ 46 w 94"/>
                  <a:gd name="T9" fmla="*/ 55 h 174"/>
                  <a:gd name="T10" fmla="*/ 66 w 94"/>
                  <a:gd name="T11" fmla="*/ 56 h 174"/>
                  <a:gd name="T12" fmla="*/ 76 w 94"/>
                  <a:gd name="T13" fmla="*/ 64 h 174"/>
                  <a:gd name="T14" fmla="*/ 58 w 94"/>
                  <a:gd name="T15" fmla="*/ 66 h 174"/>
                  <a:gd name="T16" fmla="*/ 74 w 94"/>
                  <a:gd name="T17" fmla="*/ 78 h 174"/>
                  <a:gd name="T18" fmla="*/ 84 w 94"/>
                  <a:gd name="T19" fmla="*/ 69 h 174"/>
                  <a:gd name="T20" fmla="*/ 82 w 94"/>
                  <a:gd name="T21" fmla="*/ 49 h 174"/>
                  <a:gd name="T22" fmla="*/ 60 w 94"/>
                  <a:gd name="T23" fmla="*/ 47 h 174"/>
                  <a:gd name="T24" fmla="*/ 50 w 94"/>
                  <a:gd name="T25" fmla="*/ 37 h 174"/>
                  <a:gd name="T26" fmla="*/ 34 w 94"/>
                  <a:gd name="T27" fmla="*/ 37 h 174"/>
                  <a:gd name="T28" fmla="*/ 30 w 94"/>
                  <a:gd name="T29" fmla="*/ 31 h 174"/>
                  <a:gd name="T30" fmla="*/ 42 w 94"/>
                  <a:gd name="T31" fmla="*/ 19 h 174"/>
                  <a:gd name="T32" fmla="*/ 30 w 94"/>
                  <a:gd name="T33" fmla="*/ 0 h 174"/>
                  <a:gd name="T34" fmla="*/ 18 w 94"/>
                  <a:gd name="T35" fmla="*/ 10 h 174"/>
                  <a:gd name="T36" fmla="*/ 4 w 94"/>
                  <a:gd name="T37" fmla="*/ 20 h 174"/>
                  <a:gd name="T38" fmla="*/ 14 w 94"/>
                  <a:gd name="T39" fmla="*/ 34 h 174"/>
                  <a:gd name="T40" fmla="*/ 14 w 94"/>
                  <a:gd name="T41" fmla="*/ 42 h 1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4" h="174">
                    <a:moveTo>
                      <a:pt x="14" y="96"/>
                    </a:moveTo>
                    <a:cubicBezTo>
                      <a:pt x="11" y="109"/>
                      <a:pt x="15" y="120"/>
                      <a:pt x="26" y="128"/>
                    </a:cubicBezTo>
                    <a:cubicBezTo>
                      <a:pt x="34" y="120"/>
                      <a:pt x="35" y="119"/>
                      <a:pt x="32" y="108"/>
                    </a:cubicBezTo>
                    <a:cubicBezTo>
                      <a:pt x="35" y="92"/>
                      <a:pt x="39" y="92"/>
                      <a:pt x="52" y="100"/>
                    </a:cubicBezTo>
                    <a:cubicBezTo>
                      <a:pt x="59" y="110"/>
                      <a:pt x="49" y="114"/>
                      <a:pt x="46" y="124"/>
                    </a:cubicBezTo>
                    <a:cubicBezTo>
                      <a:pt x="50" y="137"/>
                      <a:pt x="57" y="129"/>
                      <a:pt x="66" y="126"/>
                    </a:cubicBezTo>
                    <a:cubicBezTo>
                      <a:pt x="77" y="129"/>
                      <a:pt x="79" y="131"/>
                      <a:pt x="76" y="142"/>
                    </a:cubicBezTo>
                    <a:cubicBezTo>
                      <a:pt x="67" y="139"/>
                      <a:pt x="65" y="141"/>
                      <a:pt x="58" y="148"/>
                    </a:cubicBezTo>
                    <a:cubicBezTo>
                      <a:pt x="60" y="160"/>
                      <a:pt x="62" y="170"/>
                      <a:pt x="74" y="174"/>
                    </a:cubicBezTo>
                    <a:cubicBezTo>
                      <a:pt x="77" y="165"/>
                      <a:pt x="74" y="157"/>
                      <a:pt x="84" y="154"/>
                    </a:cubicBezTo>
                    <a:cubicBezTo>
                      <a:pt x="91" y="143"/>
                      <a:pt x="94" y="122"/>
                      <a:pt x="82" y="112"/>
                    </a:cubicBezTo>
                    <a:cubicBezTo>
                      <a:pt x="77" y="108"/>
                      <a:pt x="66" y="108"/>
                      <a:pt x="60" y="106"/>
                    </a:cubicBezTo>
                    <a:cubicBezTo>
                      <a:pt x="65" y="92"/>
                      <a:pt x="66" y="87"/>
                      <a:pt x="50" y="82"/>
                    </a:cubicBezTo>
                    <a:cubicBezTo>
                      <a:pt x="48" y="82"/>
                      <a:pt x="37" y="86"/>
                      <a:pt x="34" y="82"/>
                    </a:cubicBezTo>
                    <a:cubicBezTo>
                      <a:pt x="32" y="79"/>
                      <a:pt x="30" y="70"/>
                      <a:pt x="30" y="70"/>
                    </a:cubicBezTo>
                    <a:cubicBezTo>
                      <a:pt x="32" y="54"/>
                      <a:pt x="32" y="52"/>
                      <a:pt x="42" y="42"/>
                    </a:cubicBezTo>
                    <a:cubicBezTo>
                      <a:pt x="41" y="30"/>
                      <a:pt x="45" y="5"/>
                      <a:pt x="30" y="0"/>
                    </a:cubicBezTo>
                    <a:cubicBezTo>
                      <a:pt x="14" y="4"/>
                      <a:pt x="16" y="4"/>
                      <a:pt x="18" y="22"/>
                    </a:cubicBezTo>
                    <a:cubicBezTo>
                      <a:pt x="16" y="39"/>
                      <a:pt x="15" y="35"/>
                      <a:pt x="4" y="46"/>
                    </a:cubicBezTo>
                    <a:cubicBezTo>
                      <a:pt x="0" y="59"/>
                      <a:pt x="5" y="67"/>
                      <a:pt x="14" y="76"/>
                    </a:cubicBezTo>
                    <a:cubicBezTo>
                      <a:pt x="15" y="80"/>
                      <a:pt x="17" y="93"/>
                      <a:pt x="14" y="9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Freeform 46"/>
              <p:cNvSpPr>
                <a:spLocks/>
              </p:cNvSpPr>
              <p:nvPr userDrawn="1"/>
            </p:nvSpPr>
            <p:spPr bwMode="ltGray">
              <a:xfrm>
                <a:off x="2415" y="644"/>
                <a:ext cx="32" cy="41"/>
              </a:xfrm>
              <a:custGeom>
                <a:avLst/>
                <a:gdLst>
                  <a:gd name="T0" fmla="*/ 6 w 32"/>
                  <a:gd name="T1" fmla="*/ 11 h 50"/>
                  <a:gd name="T2" fmla="*/ 12 w 32"/>
                  <a:gd name="T3" fmla="*/ 0 h 50"/>
                  <a:gd name="T4" fmla="*/ 20 w 32"/>
                  <a:gd name="T5" fmla="*/ 7 h 50"/>
                  <a:gd name="T6" fmla="*/ 22 w 32"/>
                  <a:gd name="T7" fmla="*/ 11 h 50"/>
                  <a:gd name="T8" fmla="*/ 28 w 32"/>
                  <a:gd name="T9" fmla="*/ 11 h 50"/>
                  <a:gd name="T10" fmla="*/ 32 w 32"/>
                  <a:gd name="T11" fmla="*/ 17 h 50"/>
                  <a:gd name="T12" fmla="*/ 18 w 32"/>
                  <a:gd name="T13" fmla="*/ 23 h 50"/>
                  <a:gd name="T14" fmla="*/ 6 w 32"/>
                  <a:gd name="T15" fmla="*/ 11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2" h="50">
                    <a:moveTo>
                      <a:pt x="6" y="24"/>
                    </a:moveTo>
                    <a:cubicBezTo>
                      <a:pt x="0" y="15"/>
                      <a:pt x="3" y="6"/>
                      <a:pt x="12" y="0"/>
                    </a:cubicBezTo>
                    <a:cubicBezTo>
                      <a:pt x="23" y="3"/>
                      <a:pt x="23" y="5"/>
                      <a:pt x="20" y="16"/>
                    </a:cubicBezTo>
                    <a:cubicBezTo>
                      <a:pt x="21" y="19"/>
                      <a:pt x="20" y="22"/>
                      <a:pt x="22" y="24"/>
                    </a:cubicBezTo>
                    <a:cubicBezTo>
                      <a:pt x="23" y="26"/>
                      <a:pt x="27" y="24"/>
                      <a:pt x="28" y="26"/>
                    </a:cubicBezTo>
                    <a:cubicBezTo>
                      <a:pt x="30" y="29"/>
                      <a:pt x="32" y="38"/>
                      <a:pt x="32" y="38"/>
                    </a:cubicBezTo>
                    <a:cubicBezTo>
                      <a:pt x="29" y="46"/>
                      <a:pt x="26" y="47"/>
                      <a:pt x="18" y="50"/>
                    </a:cubicBezTo>
                    <a:cubicBezTo>
                      <a:pt x="12" y="41"/>
                      <a:pt x="18" y="24"/>
                      <a:pt x="6" y="2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Freeform 47"/>
              <p:cNvSpPr>
                <a:spLocks/>
              </p:cNvSpPr>
              <p:nvPr userDrawn="1"/>
            </p:nvSpPr>
            <p:spPr bwMode="ltGray">
              <a:xfrm>
                <a:off x="2349" y="654"/>
                <a:ext cx="45" cy="41"/>
              </a:xfrm>
              <a:custGeom>
                <a:avLst/>
                <a:gdLst>
                  <a:gd name="T0" fmla="*/ 0 w 43"/>
                  <a:gd name="T1" fmla="*/ 21 h 50"/>
                  <a:gd name="T2" fmla="*/ 26 w 43"/>
                  <a:gd name="T3" fmla="*/ 9 h 50"/>
                  <a:gd name="T4" fmla="*/ 44 w 43"/>
                  <a:gd name="T5" fmla="*/ 0 h 50"/>
                  <a:gd name="T6" fmla="*/ 28 w 43"/>
                  <a:gd name="T7" fmla="*/ 13 h 50"/>
                  <a:gd name="T8" fmla="*/ 2 w 43"/>
                  <a:gd name="T9" fmla="*/ 23 h 50"/>
                  <a:gd name="T10" fmla="*/ 0 w 43"/>
                  <a:gd name="T11" fmla="*/ 21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50">
                    <a:moveTo>
                      <a:pt x="0" y="44"/>
                    </a:moveTo>
                    <a:cubicBezTo>
                      <a:pt x="6" y="38"/>
                      <a:pt x="18" y="29"/>
                      <a:pt x="22" y="20"/>
                    </a:cubicBezTo>
                    <a:cubicBezTo>
                      <a:pt x="27" y="10"/>
                      <a:pt x="25" y="4"/>
                      <a:pt x="36" y="0"/>
                    </a:cubicBezTo>
                    <a:cubicBezTo>
                      <a:pt x="43" y="11"/>
                      <a:pt x="36" y="24"/>
                      <a:pt x="24" y="28"/>
                    </a:cubicBezTo>
                    <a:cubicBezTo>
                      <a:pt x="21" y="38"/>
                      <a:pt x="12" y="47"/>
                      <a:pt x="2" y="50"/>
                    </a:cubicBezTo>
                    <a:cubicBezTo>
                      <a:pt x="1" y="48"/>
                      <a:pt x="0" y="44"/>
                      <a:pt x="0" y="4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Freeform 48"/>
              <p:cNvSpPr>
                <a:spLocks/>
              </p:cNvSpPr>
              <p:nvPr userDrawn="1"/>
            </p:nvSpPr>
            <p:spPr bwMode="ltGray">
              <a:xfrm>
                <a:off x="4808" y="597"/>
                <a:ext cx="701" cy="438"/>
              </a:xfrm>
              <a:custGeom>
                <a:avLst/>
                <a:gdLst>
                  <a:gd name="T0" fmla="*/ 101 w 471"/>
                  <a:gd name="T1" fmla="*/ 1652 h 281"/>
                  <a:gd name="T2" fmla="*/ 119 w 471"/>
                  <a:gd name="T3" fmla="*/ 1478 h 281"/>
                  <a:gd name="T4" fmla="*/ 109 w 471"/>
                  <a:gd name="T5" fmla="*/ 1445 h 281"/>
                  <a:gd name="T6" fmla="*/ 80 w 471"/>
                  <a:gd name="T7" fmla="*/ 1288 h 281"/>
                  <a:gd name="T8" fmla="*/ 19 w 471"/>
                  <a:gd name="T9" fmla="*/ 1269 h 281"/>
                  <a:gd name="T10" fmla="*/ 0 w 471"/>
                  <a:gd name="T11" fmla="*/ 1127 h 281"/>
                  <a:gd name="T12" fmla="*/ 60 w 471"/>
                  <a:gd name="T13" fmla="*/ 1065 h 281"/>
                  <a:gd name="T14" fmla="*/ 28 w 471"/>
                  <a:gd name="T15" fmla="*/ 974 h 281"/>
                  <a:gd name="T16" fmla="*/ 9 w 471"/>
                  <a:gd name="T17" fmla="*/ 943 h 281"/>
                  <a:gd name="T18" fmla="*/ 140 w 471"/>
                  <a:gd name="T19" fmla="*/ 708 h 281"/>
                  <a:gd name="T20" fmla="*/ 214 w 471"/>
                  <a:gd name="T21" fmla="*/ 569 h 281"/>
                  <a:gd name="T22" fmla="*/ 208 w 471"/>
                  <a:gd name="T23" fmla="*/ 413 h 281"/>
                  <a:gd name="T24" fmla="*/ 119 w 471"/>
                  <a:gd name="T25" fmla="*/ 253 h 281"/>
                  <a:gd name="T26" fmla="*/ 100 w 471"/>
                  <a:gd name="T27" fmla="*/ 190 h 281"/>
                  <a:gd name="T28" fmla="*/ 128 w 471"/>
                  <a:gd name="T29" fmla="*/ 212 h 281"/>
                  <a:gd name="T30" fmla="*/ 235 w 471"/>
                  <a:gd name="T31" fmla="*/ 209 h 281"/>
                  <a:gd name="T32" fmla="*/ 313 w 471"/>
                  <a:gd name="T33" fmla="*/ 64 h 281"/>
                  <a:gd name="T34" fmla="*/ 403 w 471"/>
                  <a:gd name="T35" fmla="*/ 0 h 281"/>
                  <a:gd name="T36" fmla="*/ 432 w 471"/>
                  <a:gd name="T37" fmla="*/ 12 h 281"/>
                  <a:gd name="T38" fmla="*/ 452 w 471"/>
                  <a:gd name="T39" fmla="*/ 53 h 281"/>
                  <a:gd name="T40" fmla="*/ 481 w 471"/>
                  <a:gd name="T41" fmla="*/ 30 h 281"/>
                  <a:gd name="T42" fmla="*/ 540 w 471"/>
                  <a:gd name="T43" fmla="*/ 47 h 281"/>
                  <a:gd name="T44" fmla="*/ 569 w 471"/>
                  <a:gd name="T45" fmla="*/ 53 h 281"/>
                  <a:gd name="T46" fmla="*/ 694 w 471"/>
                  <a:gd name="T47" fmla="*/ 83 h 281"/>
                  <a:gd name="T48" fmla="*/ 762 w 471"/>
                  <a:gd name="T49" fmla="*/ 140 h 281"/>
                  <a:gd name="T50" fmla="*/ 822 w 471"/>
                  <a:gd name="T51" fmla="*/ 100 h 281"/>
                  <a:gd name="T52" fmla="*/ 847 w 471"/>
                  <a:gd name="T53" fmla="*/ 83 h 281"/>
                  <a:gd name="T54" fmla="*/ 957 w 471"/>
                  <a:gd name="T55" fmla="*/ 83 h 281"/>
                  <a:gd name="T56" fmla="*/ 1034 w 471"/>
                  <a:gd name="T57" fmla="*/ 190 h 281"/>
                  <a:gd name="T58" fmla="*/ 1134 w 471"/>
                  <a:gd name="T59" fmla="*/ 348 h 281"/>
                  <a:gd name="T60" fmla="*/ 1203 w 471"/>
                  <a:gd name="T61" fmla="*/ 413 h 281"/>
                  <a:gd name="T62" fmla="*/ 1261 w 471"/>
                  <a:gd name="T63" fmla="*/ 401 h 281"/>
                  <a:gd name="T64" fmla="*/ 1325 w 471"/>
                  <a:gd name="T65" fmla="*/ 382 h 281"/>
                  <a:gd name="T66" fmla="*/ 1424 w 471"/>
                  <a:gd name="T67" fmla="*/ 421 h 281"/>
                  <a:gd name="T68" fmla="*/ 1470 w 471"/>
                  <a:gd name="T69" fmla="*/ 477 h 281"/>
                  <a:gd name="T70" fmla="*/ 1511 w 471"/>
                  <a:gd name="T71" fmla="*/ 530 h 281"/>
                  <a:gd name="T72" fmla="*/ 1560 w 471"/>
                  <a:gd name="T73" fmla="*/ 656 h 281"/>
                  <a:gd name="T74" fmla="*/ 1579 w 471"/>
                  <a:gd name="T75" fmla="*/ 708 h 281"/>
                  <a:gd name="T76" fmla="*/ 1588 w 471"/>
                  <a:gd name="T77" fmla="*/ 739 h 281"/>
                  <a:gd name="T78" fmla="*/ 1520 w 471"/>
                  <a:gd name="T79" fmla="*/ 835 h 281"/>
                  <a:gd name="T80" fmla="*/ 1579 w 471"/>
                  <a:gd name="T81" fmla="*/ 834 h 281"/>
                  <a:gd name="T82" fmla="*/ 1679 w 471"/>
                  <a:gd name="T83" fmla="*/ 917 h 281"/>
                  <a:gd name="T84" fmla="*/ 1787 w 471"/>
                  <a:gd name="T85" fmla="*/ 927 h 281"/>
                  <a:gd name="T86" fmla="*/ 1865 w 471"/>
                  <a:gd name="T87" fmla="*/ 991 h 281"/>
                  <a:gd name="T88" fmla="*/ 1877 w 471"/>
                  <a:gd name="T89" fmla="*/ 1016 h 281"/>
                  <a:gd name="T90" fmla="*/ 1877 w 471"/>
                  <a:gd name="T91" fmla="*/ 1038 h 281"/>
                  <a:gd name="T92" fmla="*/ 1932 w 471"/>
                  <a:gd name="T93" fmla="*/ 1016 h 281"/>
                  <a:gd name="T94" fmla="*/ 1963 w 471"/>
                  <a:gd name="T95" fmla="*/ 1010 h 281"/>
                  <a:gd name="T96" fmla="*/ 2154 w 471"/>
                  <a:gd name="T97" fmla="*/ 1091 h 281"/>
                  <a:gd name="T98" fmla="*/ 2192 w 471"/>
                  <a:gd name="T99" fmla="*/ 1174 h 281"/>
                  <a:gd name="T100" fmla="*/ 2282 w 471"/>
                  <a:gd name="T101" fmla="*/ 1186 h 281"/>
                  <a:gd name="T102" fmla="*/ 2310 w 471"/>
                  <a:gd name="T103" fmla="*/ 1269 h 281"/>
                  <a:gd name="T104" fmla="*/ 2213 w 471"/>
                  <a:gd name="T105" fmla="*/ 1523 h 281"/>
                  <a:gd name="T106" fmla="*/ 2133 w 471"/>
                  <a:gd name="T107" fmla="*/ 1660 h 281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471" h="281">
                    <a:moveTo>
                      <a:pt x="21" y="280"/>
                    </a:moveTo>
                    <a:cubicBezTo>
                      <a:pt x="32" y="281"/>
                      <a:pt x="25" y="253"/>
                      <a:pt x="24" y="250"/>
                    </a:cubicBezTo>
                    <a:cubicBezTo>
                      <a:pt x="23" y="248"/>
                      <a:pt x="22" y="245"/>
                      <a:pt x="22" y="245"/>
                    </a:cubicBezTo>
                    <a:cubicBezTo>
                      <a:pt x="21" y="243"/>
                      <a:pt x="20" y="221"/>
                      <a:pt x="16" y="218"/>
                    </a:cubicBezTo>
                    <a:cubicBezTo>
                      <a:pt x="13" y="216"/>
                      <a:pt x="4" y="215"/>
                      <a:pt x="4" y="215"/>
                    </a:cubicBezTo>
                    <a:cubicBezTo>
                      <a:pt x="0" y="207"/>
                      <a:pt x="3" y="200"/>
                      <a:pt x="0" y="191"/>
                    </a:cubicBezTo>
                    <a:cubicBezTo>
                      <a:pt x="2" y="185"/>
                      <a:pt x="7" y="186"/>
                      <a:pt x="12" y="180"/>
                    </a:cubicBezTo>
                    <a:cubicBezTo>
                      <a:pt x="14" y="172"/>
                      <a:pt x="14" y="169"/>
                      <a:pt x="6" y="165"/>
                    </a:cubicBezTo>
                    <a:cubicBezTo>
                      <a:pt x="4" y="163"/>
                      <a:pt x="2" y="162"/>
                      <a:pt x="2" y="160"/>
                    </a:cubicBezTo>
                    <a:cubicBezTo>
                      <a:pt x="2" y="150"/>
                      <a:pt x="16" y="123"/>
                      <a:pt x="28" y="120"/>
                    </a:cubicBezTo>
                    <a:cubicBezTo>
                      <a:pt x="32" y="111"/>
                      <a:pt x="40" y="105"/>
                      <a:pt x="44" y="96"/>
                    </a:cubicBezTo>
                    <a:cubicBezTo>
                      <a:pt x="39" y="83"/>
                      <a:pt x="38" y="85"/>
                      <a:pt x="42" y="70"/>
                    </a:cubicBezTo>
                    <a:cubicBezTo>
                      <a:pt x="38" y="60"/>
                      <a:pt x="34" y="48"/>
                      <a:pt x="24" y="43"/>
                    </a:cubicBezTo>
                    <a:cubicBezTo>
                      <a:pt x="18" y="36"/>
                      <a:pt x="10" y="37"/>
                      <a:pt x="20" y="32"/>
                    </a:cubicBezTo>
                    <a:cubicBezTo>
                      <a:pt x="27" y="34"/>
                      <a:pt x="26" y="32"/>
                      <a:pt x="26" y="36"/>
                    </a:cubicBezTo>
                    <a:cubicBezTo>
                      <a:pt x="34" y="41"/>
                      <a:pt x="39" y="39"/>
                      <a:pt x="48" y="35"/>
                    </a:cubicBezTo>
                    <a:cubicBezTo>
                      <a:pt x="45" y="22"/>
                      <a:pt x="48" y="14"/>
                      <a:pt x="64" y="11"/>
                    </a:cubicBezTo>
                    <a:cubicBezTo>
                      <a:pt x="71" y="8"/>
                      <a:pt x="75" y="3"/>
                      <a:pt x="82" y="0"/>
                    </a:cubicBezTo>
                    <a:cubicBezTo>
                      <a:pt x="84" y="1"/>
                      <a:pt x="88" y="0"/>
                      <a:pt x="88" y="2"/>
                    </a:cubicBezTo>
                    <a:cubicBezTo>
                      <a:pt x="90" y="12"/>
                      <a:pt x="75" y="13"/>
                      <a:pt x="92" y="9"/>
                    </a:cubicBezTo>
                    <a:cubicBezTo>
                      <a:pt x="94" y="8"/>
                      <a:pt x="96" y="5"/>
                      <a:pt x="98" y="5"/>
                    </a:cubicBezTo>
                    <a:cubicBezTo>
                      <a:pt x="102" y="4"/>
                      <a:pt x="106" y="7"/>
                      <a:pt x="110" y="8"/>
                    </a:cubicBezTo>
                    <a:cubicBezTo>
                      <a:pt x="112" y="8"/>
                      <a:pt x="116" y="9"/>
                      <a:pt x="116" y="9"/>
                    </a:cubicBezTo>
                    <a:cubicBezTo>
                      <a:pt x="122" y="16"/>
                      <a:pt x="129" y="13"/>
                      <a:pt x="141" y="14"/>
                    </a:cubicBezTo>
                    <a:cubicBezTo>
                      <a:pt x="143" y="21"/>
                      <a:pt x="147" y="22"/>
                      <a:pt x="155" y="24"/>
                    </a:cubicBezTo>
                    <a:cubicBezTo>
                      <a:pt x="159" y="22"/>
                      <a:pt x="163" y="20"/>
                      <a:pt x="167" y="17"/>
                    </a:cubicBezTo>
                    <a:cubicBezTo>
                      <a:pt x="169" y="16"/>
                      <a:pt x="173" y="14"/>
                      <a:pt x="173" y="14"/>
                    </a:cubicBezTo>
                    <a:cubicBezTo>
                      <a:pt x="195" y="26"/>
                      <a:pt x="175" y="20"/>
                      <a:pt x="195" y="14"/>
                    </a:cubicBezTo>
                    <a:cubicBezTo>
                      <a:pt x="207" y="17"/>
                      <a:pt x="201" y="26"/>
                      <a:pt x="211" y="32"/>
                    </a:cubicBezTo>
                    <a:cubicBezTo>
                      <a:pt x="214" y="38"/>
                      <a:pt x="224" y="55"/>
                      <a:pt x="231" y="59"/>
                    </a:cubicBezTo>
                    <a:cubicBezTo>
                      <a:pt x="241" y="70"/>
                      <a:pt x="235" y="67"/>
                      <a:pt x="245" y="70"/>
                    </a:cubicBezTo>
                    <a:cubicBezTo>
                      <a:pt x="249" y="69"/>
                      <a:pt x="253" y="69"/>
                      <a:pt x="257" y="68"/>
                    </a:cubicBezTo>
                    <a:cubicBezTo>
                      <a:pt x="261" y="67"/>
                      <a:pt x="270" y="65"/>
                      <a:pt x="270" y="65"/>
                    </a:cubicBezTo>
                    <a:cubicBezTo>
                      <a:pt x="278" y="66"/>
                      <a:pt x="283" y="67"/>
                      <a:pt x="290" y="71"/>
                    </a:cubicBezTo>
                    <a:cubicBezTo>
                      <a:pt x="304" y="88"/>
                      <a:pt x="282" y="62"/>
                      <a:pt x="300" y="81"/>
                    </a:cubicBezTo>
                    <a:cubicBezTo>
                      <a:pt x="302" y="84"/>
                      <a:pt x="308" y="90"/>
                      <a:pt x="308" y="90"/>
                    </a:cubicBezTo>
                    <a:cubicBezTo>
                      <a:pt x="311" y="98"/>
                      <a:pt x="315" y="103"/>
                      <a:pt x="318" y="111"/>
                    </a:cubicBezTo>
                    <a:cubicBezTo>
                      <a:pt x="319" y="114"/>
                      <a:pt x="321" y="117"/>
                      <a:pt x="322" y="120"/>
                    </a:cubicBezTo>
                    <a:cubicBezTo>
                      <a:pt x="323" y="122"/>
                      <a:pt x="324" y="125"/>
                      <a:pt x="324" y="125"/>
                    </a:cubicBezTo>
                    <a:cubicBezTo>
                      <a:pt x="321" y="132"/>
                      <a:pt x="313" y="134"/>
                      <a:pt x="310" y="142"/>
                    </a:cubicBezTo>
                    <a:cubicBezTo>
                      <a:pt x="313" y="151"/>
                      <a:pt x="317" y="146"/>
                      <a:pt x="322" y="141"/>
                    </a:cubicBezTo>
                    <a:cubicBezTo>
                      <a:pt x="341" y="143"/>
                      <a:pt x="339" y="142"/>
                      <a:pt x="342" y="155"/>
                    </a:cubicBezTo>
                    <a:cubicBezTo>
                      <a:pt x="351" y="150"/>
                      <a:pt x="355" y="152"/>
                      <a:pt x="364" y="157"/>
                    </a:cubicBezTo>
                    <a:cubicBezTo>
                      <a:pt x="369" y="162"/>
                      <a:pt x="372" y="166"/>
                      <a:pt x="380" y="168"/>
                    </a:cubicBezTo>
                    <a:cubicBezTo>
                      <a:pt x="381" y="169"/>
                      <a:pt x="383" y="171"/>
                      <a:pt x="382" y="172"/>
                    </a:cubicBezTo>
                    <a:cubicBezTo>
                      <a:pt x="380" y="176"/>
                      <a:pt x="368" y="172"/>
                      <a:pt x="382" y="176"/>
                    </a:cubicBezTo>
                    <a:cubicBezTo>
                      <a:pt x="386" y="175"/>
                      <a:pt x="390" y="173"/>
                      <a:pt x="394" y="172"/>
                    </a:cubicBezTo>
                    <a:cubicBezTo>
                      <a:pt x="396" y="172"/>
                      <a:pt x="400" y="171"/>
                      <a:pt x="400" y="171"/>
                    </a:cubicBezTo>
                    <a:cubicBezTo>
                      <a:pt x="413" y="177"/>
                      <a:pt x="427" y="179"/>
                      <a:pt x="439" y="185"/>
                    </a:cubicBezTo>
                    <a:cubicBezTo>
                      <a:pt x="441" y="190"/>
                      <a:pt x="445" y="194"/>
                      <a:pt x="447" y="199"/>
                    </a:cubicBezTo>
                    <a:cubicBezTo>
                      <a:pt x="453" y="198"/>
                      <a:pt x="460" y="195"/>
                      <a:pt x="465" y="201"/>
                    </a:cubicBezTo>
                    <a:cubicBezTo>
                      <a:pt x="468" y="205"/>
                      <a:pt x="471" y="215"/>
                      <a:pt x="471" y="215"/>
                    </a:cubicBezTo>
                    <a:cubicBezTo>
                      <a:pt x="468" y="231"/>
                      <a:pt x="469" y="248"/>
                      <a:pt x="451" y="258"/>
                    </a:cubicBezTo>
                    <a:cubicBezTo>
                      <a:pt x="447" y="262"/>
                      <a:pt x="437" y="275"/>
                      <a:pt x="435" y="281"/>
                    </a:cubicBezTo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Freeform 49"/>
              <p:cNvSpPr>
                <a:spLocks/>
              </p:cNvSpPr>
              <p:nvPr userDrawn="1"/>
            </p:nvSpPr>
            <p:spPr bwMode="ltGray">
              <a:xfrm>
                <a:off x="3880" y="-7"/>
                <a:ext cx="984" cy="692"/>
              </a:xfrm>
              <a:custGeom>
                <a:avLst/>
                <a:gdLst>
                  <a:gd name="T0" fmla="*/ 406 w 984"/>
                  <a:gd name="T1" fmla="*/ 2 h 844"/>
                  <a:gd name="T2" fmla="*/ 502 w 984"/>
                  <a:gd name="T3" fmla="*/ 16 h 844"/>
                  <a:gd name="T4" fmla="*/ 550 w 984"/>
                  <a:gd name="T5" fmla="*/ 16 h 844"/>
                  <a:gd name="T6" fmla="*/ 578 w 984"/>
                  <a:gd name="T7" fmla="*/ 59 h 844"/>
                  <a:gd name="T8" fmla="*/ 586 w 984"/>
                  <a:gd name="T9" fmla="*/ 41 h 844"/>
                  <a:gd name="T10" fmla="*/ 606 w 984"/>
                  <a:gd name="T11" fmla="*/ 32 h 844"/>
                  <a:gd name="T12" fmla="*/ 642 w 984"/>
                  <a:gd name="T13" fmla="*/ 57 h 844"/>
                  <a:gd name="T14" fmla="*/ 682 w 984"/>
                  <a:gd name="T15" fmla="*/ 44 h 844"/>
                  <a:gd name="T16" fmla="*/ 706 w 984"/>
                  <a:gd name="T17" fmla="*/ 39 h 844"/>
                  <a:gd name="T18" fmla="*/ 762 w 984"/>
                  <a:gd name="T19" fmla="*/ 2 h 844"/>
                  <a:gd name="T20" fmla="*/ 798 w 984"/>
                  <a:gd name="T21" fmla="*/ 32 h 844"/>
                  <a:gd name="T22" fmla="*/ 798 w 984"/>
                  <a:gd name="T23" fmla="*/ 59 h 844"/>
                  <a:gd name="T24" fmla="*/ 790 w 984"/>
                  <a:gd name="T25" fmla="*/ 72 h 844"/>
                  <a:gd name="T26" fmla="*/ 766 w 984"/>
                  <a:gd name="T27" fmla="*/ 73 h 844"/>
                  <a:gd name="T28" fmla="*/ 762 w 984"/>
                  <a:gd name="T29" fmla="*/ 84 h 844"/>
                  <a:gd name="T30" fmla="*/ 802 w 984"/>
                  <a:gd name="T31" fmla="*/ 102 h 844"/>
                  <a:gd name="T32" fmla="*/ 786 w 984"/>
                  <a:gd name="T33" fmla="*/ 145 h 844"/>
                  <a:gd name="T34" fmla="*/ 830 w 984"/>
                  <a:gd name="T35" fmla="*/ 187 h 844"/>
                  <a:gd name="T36" fmla="*/ 854 w 984"/>
                  <a:gd name="T37" fmla="*/ 203 h 844"/>
                  <a:gd name="T38" fmla="*/ 830 w 984"/>
                  <a:gd name="T39" fmla="*/ 203 h 844"/>
                  <a:gd name="T40" fmla="*/ 746 w 984"/>
                  <a:gd name="T41" fmla="*/ 171 h 844"/>
                  <a:gd name="T42" fmla="*/ 678 w 984"/>
                  <a:gd name="T43" fmla="*/ 182 h 844"/>
                  <a:gd name="T44" fmla="*/ 590 w 984"/>
                  <a:gd name="T45" fmla="*/ 200 h 844"/>
                  <a:gd name="T46" fmla="*/ 642 w 984"/>
                  <a:gd name="T47" fmla="*/ 262 h 844"/>
                  <a:gd name="T48" fmla="*/ 710 w 984"/>
                  <a:gd name="T49" fmla="*/ 275 h 844"/>
                  <a:gd name="T50" fmla="*/ 738 w 984"/>
                  <a:gd name="T51" fmla="*/ 248 h 844"/>
                  <a:gd name="T52" fmla="*/ 774 w 984"/>
                  <a:gd name="T53" fmla="*/ 257 h 844"/>
                  <a:gd name="T54" fmla="*/ 766 w 984"/>
                  <a:gd name="T55" fmla="*/ 285 h 844"/>
                  <a:gd name="T56" fmla="*/ 802 w 984"/>
                  <a:gd name="T57" fmla="*/ 303 h 844"/>
                  <a:gd name="T58" fmla="*/ 838 w 984"/>
                  <a:gd name="T59" fmla="*/ 297 h 844"/>
                  <a:gd name="T60" fmla="*/ 922 w 984"/>
                  <a:gd name="T61" fmla="*/ 364 h 844"/>
                  <a:gd name="T62" fmla="*/ 942 w 984"/>
                  <a:gd name="T63" fmla="*/ 373 h 844"/>
                  <a:gd name="T64" fmla="*/ 874 w 984"/>
                  <a:gd name="T65" fmla="*/ 366 h 844"/>
                  <a:gd name="T66" fmla="*/ 830 w 984"/>
                  <a:gd name="T67" fmla="*/ 342 h 844"/>
                  <a:gd name="T68" fmla="*/ 778 w 984"/>
                  <a:gd name="T69" fmla="*/ 321 h 844"/>
                  <a:gd name="T70" fmla="*/ 702 w 984"/>
                  <a:gd name="T71" fmla="*/ 299 h 844"/>
                  <a:gd name="T72" fmla="*/ 614 w 984"/>
                  <a:gd name="T73" fmla="*/ 293 h 844"/>
                  <a:gd name="T74" fmla="*/ 506 w 984"/>
                  <a:gd name="T75" fmla="*/ 268 h 844"/>
                  <a:gd name="T76" fmla="*/ 462 w 984"/>
                  <a:gd name="T77" fmla="*/ 229 h 844"/>
                  <a:gd name="T78" fmla="*/ 430 w 984"/>
                  <a:gd name="T79" fmla="*/ 209 h 844"/>
                  <a:gd name="T80" fmla="*/ 382 w 984"/>
                  <a:gd name="T81" fmla="*/ 194 h 844"/>
                  <a:gd name="T82" fmla="*/ 342 w 984"/>
                  <a:gd name="T83" fmla="*/ 166 h 844"/>
                  <a:gd name="T84" fmla="*/ 354 w 984"/>
                  <a:gd name="T85" fmla="*/ 187 h 844"/>
                  <a:gd name="T86" fmla="*/ 418 w 984"/>
                  <a:gd name="T87" fmla="*/ 223 h 844"/>
                  <a:gd name="T88" fmla="*/ 422 w 984"/>
                  <a:gd name="T89" fmla="*/ 237 h 844"/>
                  <a:gd name="T90" fmla="*/ 394 w 984"/>
                  <a:gd name="T91" fmla="*/ 225 h 844"/>
                  <a:gd name="T92" fmla="*/ 354 w 984"/>
                  <a:gd name="T93" fmla="*/ 211 h 844"/>
                  <a:gd name="T94" fmla="*/ 314 w 984"/>
                  <a:gd name="T95" fmla="*/ 182 h 844"/>
                  <a:gd name="T96" fmla="*/ 266 w 984"/>
                  <a:gd name="T97" fmla="*/ 157 h 844"/>
                  <a:gd name="T98" fmla="*/ 210 w 984"/>
                  <a:gd name="T99" fmla="*/ 142 h 844"/>
                  <a:gd name="T100" fmla="*/ 154 w 984"/>
                  <a:gd name="T101" fmla="*/ 107 h 844"/>
                  <a:gd name="T102" fmla="*/ 66 w 984"/>
                  <a:gd name="T103" fmla="*/ 30 h 844"/>
                  <a:gd name="T104" fmla="*/ 34 w 984"/>
                  <a:gd name="T105" fmla="*/ 16 h 844"/>
                  <a:gd name="T106" fmla="*/ 46 w 984"/>
                  <a:gd name="T107" fmla="*/ 10 h 844"/>
                  <a:gd name="T108" fmla="*/ 102 w 984"/>
                  <a:gd name="T109" fmla="*/ 32 h 84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984" h="844">
                    <a:moveTo>
                      <a:pt x="82" y="38"/>
                    </a:moveTo>
                    <a:lnTo>
                      <a:pt x="406" y="6"/>
                    </a:lnTo>
                    <a:cubicBezTo>
                      <a:pt x="497" y="22"/>
                      <a:pt x="465" y="0"/>
                      <a:pt x="474" y="54"/>
                    </a:cubicBezTo>
                    <a:cubicBezTo>
                      <a:pt x="492" y="48"/>
                      <a:pt x="484" y="40"/>
                      <a:pt x="502" y="34"/>
                    </a:cubicBezTo>
                    <a:cubicBezTo>
                      <a:pt x="510" y="37"/>
                      <a:pt x="517" y="46"/>
                      <a:pt x="526" y="46"/>
                    </a:cubicBezTo>
                    <a:cubicBezTo>
                      <a:pt x="534" y="46"/>
                      <a:pt x="550" y="38"/>
                      <a:pt x="550" y="38"/>
                    </a:cubicBezTo>
                    <a:cubicBezTo>
                      <a:pt x="556" y="55"/>
                      <a:pt x="552" y="60"/>
                      <a:pt x="542" y="74"/>
                    </a:cubicBezTo>
                    <a:cubicBezTo>
                      <a:pt x="555" y="114"/>
                      <a:pt x="550" y="102"/>
                      <a:pt x="578" y="130"/>
                    </a:cubicBezTo>
                    <a:cubicBezTo>
                      <a:pt x="584" y="148"/>
                      <a:pt x="590" y="148"/>
                      <a:pt x="606" y="138"/>
                    </a:cubicBezTo>
                    <a:cubicBezTo>
                      <a:pt x="600" y="119"/>
                      <a:pt x="594" y="107"/>
                      <a:pt x="586" y="90"/>
                    </a:cubicBezTo>
                    <a:cubicBezTo>
                      <a:pt x="583" y="82"/>
                      <a:pt x="578" y="66"/>
                      <a:pt x="578" y="66"/>
                    </a:cubicBezTo>
                    <a:cubicBezTo>
                      <a:pt x="585" y="44"/>
                      <a:pt x="597" y="56"/>
                      <a:pt x="606" y="70"/>
                    </a:cubicBezTo>
                    <a:cubicBezTo>
                      <a:pt x="609" y="86"/>
                      <a:pt x="608" y="117"/>
                      <a:pt x="626" y="90"/>
                    </a:cubicBezTo>
                    <a:cubicBezTo>
                      <a:pt x="648" y="97"/>
                      <a:pt x="646" y="104"/>
                      <a:pt x="642" y="126"/>
                    </a:cubicBezTo>
                    <a:cubicBezTo>
                      <a:pt x="650" y="150"/>
                      <a:pt x="665" y="141"/>
                      <a:pt x="682" y="130"/>
                    </a:cubicBezTo>
                    <a:cubicBezTo>
                      <a:pt x="689" y="108"/>
                      <a:pt x="673" y="124"/>
                      <a:pt x="682" y="98"/>
                    </a:cubicBezTo>
                    <a:cubicBezTo>
                      <a:pt x="683" y="94"/>
                      <a:pt x="690" y="96"/>
                      <a:pt x="694" y="94"/>
                    </a:cubicBezTo>
                    <a:cubicBezTo>
                      <a:pt x="698" y="92"/>
                      <a:pt x="702" y="89"/>
                      <a:pt x="706" y="86"/>
                    </a:cubicBezTo>
                    <a:cubicBezTo>
                      <a:pt x="717" y="54"/>
                      <a:pt x="688" y="54"/>
                      <a:pt x="742" y="46"/>
                    </a:cubicBezTo>
                    <a:cubicBezTo>
                      <a:pt x="748" y="27"/>
                      <a:pt x="741" y="9"/>
                      <a:pt x="762" y="2"/>
                    </a:cubicBezTo>
                    <a:cubicBezTo>
                      <a:pt x="788" y="11"/>
                      <a:pt x="777" y="38"/>
                      <a:pt x="802" y="46"/>
                    </a:cubicBezTo>
                    <a:cubicBezTo>
                      <a:pt x="831" y="36"/>
                      <a:pt x="805" y="63"/>
                      <a:pt x="798" y="70"/>
                    </a:cubicBezTo>
                    <a:cubicBezTo>
                      <a:pt x="789" y="96"/>
                      <a:pt x="787" y="96"/>
                      <a:pt x="802" y="118"/>
                    </a:cubicBezTo>
                    <a:cubicBezTo>
                      <a:pt x="801" y="122"/>
                      <a:pt x="801" y="127"/>
                      <a:pt x="798" y="130"/>
                    </a:cubicBezTo>
                    <a:cubicBezTo>
                      <a:pt x="794" y="133"/>
                      <a:pt x="784" y="129"/>
                      <a:pt x="782" y="134"/>
                    </a:cubicBezTo>
                    <a:cubicBezTo>
                      <a:pt x="780" y="142"/>
                      <a:pt x="790" y="158"/>
                      <a:pt x="790" y="158"/>
                    </a:cubicBezTo>
                    <a:cubicBezTo>
                      <a:pt x="786" y="161"/>
                      <a:pt x="783" y="165"/>
                      <a:pt x="778" y="166"/>
                    </a:cubicBezTo>
                    <a:cubicBezTo>
                      <a:pt x="774" y="167"/>
                      <a:pt x="769" y="159"/>
                      <a:pt x="766" y="162"/>
                    </a:cubicBezTo>
                    <a:cubicBezTo>
                      <a:pt x="758" y="170"/>
                      <a:pt x="794" y="182"/>
                      <a:pt x="794" y="182"/>
                    </a:cubicBezTo>
                    <a:cubicBezTo>
                      <a:pt x="804" y="211"/>
                      <a:pt x="775" y="190"/>
                      <a:pt x="762" y="186"/>
                    </a:cubicBezTo>
                    <a:cubicBezTo>
                      <a:pt x="767" y="194"/>
                      <a:pt x="773" y="202"/>
                      <a:pt x="778" y="210"/>
                    </a:cubicBezTo>
                    <a:cubicBezTo>
                      <a:pt x="783" y="218"/>
                      <a:pt x="802" y="226"/>
                      <a:pt x="802" y="226"/>
                    </a:cubicBezTo>
                    <a:cubicBezTo>
                      <a:pt x="813" y="242"/>
                      <a:pt x="804" y="245"/>
                      <a:pt x="810" y="262"/>
                    </a:cubicBezTo>
                    <a:cubicBezTo>
                      <a:pt x="803" y="282"/>
                      <a:pt x="793" y="301"/>
                      <a:pt x="786" y="322"/>
                    </a:cubicBezTo>
                    <a:cubicBezTo>
                      <a:pt x="783" y="330"/>
                      <a:pt x="778" y="346"/>
                      <a:pt x="778" y="346"/>
                    </a:cubicBezTo>
                    <a:cubicBezTo>
                      <a:pt x="785" y="366"/>
                      <a:pt x="817" y="394"/>
                      <a:pt x="830" y="414"/>
                    </a:cubicBezTo>
                    <a:cubicBezTo>
                      <a:pt x="835" y="422"/>
                      <a:pt x="841" y="430"/>
                      <a:pt x="846" y="438"/>
                    </a:cubicBezTo>
                    <a:cubicBezTo>
                      <a:pt x="849" y="442"/>
                      <a:pt x="854" y="450"/>
                      <a:pt x="854" y="450"/>
                    </a:cubicBezTo>
                    <a:cubicBezTo>
                      <a:pt x="853" y="457"/>
                      <a:pt x="855" y="466"/>
                      <a:pt x="850" y="470"/>
                    </a:cubicBezTo>
                    <a:cubicBezTo>
                      <a:pt x="844" y="475"/>
                      <a:pt x="831" y="451"/>
                      <a:pt x="830" y="450"/>
                    </a:cubicBezTo>
                    <a:cubicBezTo>
                      <a:pt x="811" y="431"/>
                      <a:pt x="789" y="421"/>
                      <a:pt x="774" y="398"/>
                    </a:cubicBezTo>
                    <a:cubicBezTo>
                      <a:pt x="769" y="379"/>
                      <a:pt x="766" y="371"/>
                      <a:pt x="746" y="378"/>
                    </a:cubicBezTo>
                    <a:cubicBezTo>
                      <a:pt x="717" y="368"/>
                      <a:pt x="730" y="368"/>
                      <a:pt x="706" y="374"/>
                    </a:cubicBezTo>
                    <a:cubicBezTo>
                      <a:pt x="688" y="402"/>
                      <a:pt x="699" y="395"/>
                      <a:pt x="678" y="402"/>
                    </a:cubicBezTo>
                    <a:cubicBezTo>
                      <a:pt x="654" y="386"/>
                      <a:pt x="650" y="390"/>
                      <a:pt x="618" y="394"/>
                    </a:cubicBezTo>
                    <a:cubicBezTo>
                      <a:pt x="607" y="411"/>
                      <a:pt x="601" y="426"/>
                      <a:pt x="590" y="442"/>
                    </a:cubicBezTo>
                    <a:cubicBezTo>
                      <a:pt x="600" y="471"/>
                      <a:pt x="593" y="459"/>
                      <a:pt x="606" y="478"/>
                    </a:cubicBezTo>
                    <a:cubicBezTo>
                      <a:pt x="593" y="518"/>
                      <a:pt x="622" y="548"/>
                      <a:pt x="642" y="578"/>
                    </a:cubicBezTo>
                    <a:cubicBezTo>
                      <a:pt x="651" y="591"/>
                      <a:pt x="651" y="601"/>
                      <a:pt x="666" y="606"/>
                    </a:cubicBezTo>
                    <a:cubicBezTo>
                      <a:pt x="680" y="627"/>
                      <a:pt x="691" y="623"/>
                      <a:pt x="710" y="610"/>
                    </a:cubicBezTo>
                    <a:cubicBezTo>
                      <a:pt x="729" y="616"/>
                      <a:pt x="729" y="606"/>
                      <a:pt x="734" y="590"/>
                    </a:cubicBezTo>
                    <a:cubicBezTo>
                      <a:pt x="735" y="577"/>
                      <a:pt x="731" y="562"/>
                      <a:pt x="738" y="550"/>
                    </a:cubicBezTo>
                    <a:cubicBezTo>
                      <a:pt x="742" y="543"/>
                      <a:pt x="762" y="542"/>
                      <a:pt x="762" y="542"/>
                    </a:cubicBezTo>
                    <a:cubicBezTo>
                      <a:pt x="783" y="547"/>
                      <a:pt x="786" y="552"/>
                      <a:pt x="774" y="570"/>
                    </a:cubicBezTo>
                    <a:cubicBezTo>
                      <a:pt x="779" y="590"/>
                      <a:pt x="790" y="605"/>
                      <a:pt x="770" y="618"/>
                    </a:cubicBezTo>
                    <a:cubicBezTo>
                      <a:pt x="769" y="622"/>
                      <a:pt x="764" y="626"/>
                      <a:pt x="766" y="630"/>
                    </a:cubicBezTo>
                    <a:cubicBezTo>
                      <a:pt x="768" y="634"/>
                      <a:pt x="775" y="634"/>
                      <a:pt x="778" y="638"/>
                    </a:cubicBezTo>
                    <a:cubicBezTo>
                      <a:pt x="788" y="651"/>
                      <a:pt x="786" y="660"/>
                      <a:pt x="802" y="670"/>
                    </a:cubicBezTo>
                    <a:cubicBezTo>
                      <a:pt x="810" y="667"/>
                      <a:pt x="818" y="665"/>
                      <a:pt x="826" y="662"/>
                    </a:cubicBezTo>
                    <a:cubicBezTo>
                      <a:pt x="830" y="661"/>
                      <a:pt x="838" y="658"/>
                      <a:pt x="838" y="658"/>
                    </a:cubicBezTo>
                    <a:cubicBezTo>
                      <a:pt x="857" y="664"/>
                      <a:pt x="864" y="680"/>
                      <a:pt x="870" y="698"/>
                    </a:cubicBezTo>
                    <a:cubicBezTo>
                      <a:pt x="859" y="731"/>
                      <a:pt x="887" y="794"/>
                      <a:pt x="922" y="806"/>
                    </a:cubicBezTo>
                    <a:cubicBezTo>
                      <a:pt x="938" y="801"/>
                      <a:pt x="941" y="792"/>
                      <a:pt x="958" y="798"/>
                    </a:cubicBezTo>
                    <a:cubicBezTo>
                      <a:pt x="984" y="837"/>
                      <a:pt x="928" y="784"/>
                      <a:pt x="942" y="826"/>
                    </a:cubicBezTo>
                    <a:cubicBezTo>
                      <a:pt x="936" y="844"/>
                      <a:pt x="930" y="844"/>
                      <a:pt x="914" y="834"/>
                    </a:cubicBezTo>
                    <a:cubicBezTo>
                      <a:pt x="903" y="817"/>
                      <a:pt x="890" y="821"/>
                      <a:pt x="874" y="810"/>
                    </a:cubicBezTo>
                    <a:cubicBezTo>
                      <a:pt x="851" y="776"/>
                      <a:pt x="882" y="816"/>
                      <a:pt x="854" y="794"/>
                    </a:cubicBezTo>
                    <a:cubicBezTo>
                      <a:pt x="843" y="785"/>
                      <a:pt x="840" y="768"/>
                      <a:pt x="830" y="758"/>
                    </a:cubicBezTo>
                    <a:cubicBezTo>
                      <a:pt x="824" y="739"/>
                      <a:pt x="817" y="724"/>
                      <a:pt x="798" y="718"/>
                    </a:cubicBezTo>
                    <a:cubicBezTo>
                      <a:pt x="791" y="696"/>
                      <a:pt x="800" y="712"/>
                      <a:pt x="778" y="710"/>
                    </a:cubicBezTo>
                    <a:cubicBezTo>
                      <a:pt x="767" y="709"/>
                      <a:pt x="746" y="702"/>
                      <a:pt x="746" y="702"/>
                    </a:cubicBezTo>
                    <a:cubicBezTo>
                      <a:pt x="729" y="691"/>
                      <a:pt x="720" y="674"/>
                      <a:pt x="702" y="662"/>
                    </a:cubicBezTo>
                    <a:cubicBezTo>
                      <a:pt x="694" y="665"/>
                      <a:pt x="687" y="673"/>
                      <a:pt x="678" y="674"/>
                    </a:cubicBezTo>
                    <a:cubicBezTo>
                      <a:pt x="657" y="677"/>
                      <a:pt x="630" y="657"/>
                      <a:pt x="614" y="646"/>
                    </a:cubicBezTo>
                    <a:cubicBezTo>
                      <a:pt x="600" y="637"/>
                      <a:pt x="580" y="639"/>
                      <a:pt x="566" y="630"/>
                    </a:cubicBezTo>
                    <a:cubicBezTo>
                      <a:pt x="546" y="617"/>
                      <a:pt x="525" y="607"/>
                      <a:pt x="506" y="594"/>
                    </a:cubicBezTo>
                    <a:cubicBezTo>
                      <a:pt x="513" y="572"/>
                      <a:pt x="509" y="551"/>
                      <a:pt x="490" y="538"/>
                    </a:cubicBezTo>
                    <a:cubicBezTo>
                      <a:pt x="485" y="522"/>
                      <a:pt x="476" y="515"/>
                      <a:pt x="462" y="506"/>
                    </a:cubicBezTo>
                    <a:cubicBezTo>
                      <a:pt x="441" y="474"/>
                      <a:pt x="469" y="513"/>
                      <a:pt x="442" y="486"/>
                    </a:cubicBezTo>
                    <a:cubicBezTo>
                      <a:pt x="436" y="480"/>
                      <a:pt x="436" y="468"/>
                      <a:pt x="430" y="462"/>
                    </a:cubicBezTo>
                    <a:cubicBezTo>
                      <a:pt x="427" y="459"/>
                      <a:pt x="422" y="459"/>
                      <a:pt x="418" y="458"/>
                    </a:cubicBezTo>
                    <a:cubicBezTo>
                      <a:pt x="407" y="447"/>
                      <a:pt x="382" y="430"/>
                      <a:pt x="382" y="430"/>
                    </a:cubicBezTo>
                    <a:cubicBezTo>
                      <a:pt x="371" y="413"/>
                      <a:pt x="358" y="399"/>
                      <a:pt x="346" y="382"/>
                    </a:cubicBezTo>
                    <a:cubicBezTo>
                      <a:pt x="344" y="378"/>
                      <a:pt x="345" y="373"/>
                      <a:pt x="342" y="370"/>
                    </a:cubicBezTo>
                    <a:cubicBezTo>
                      <a:pt x="339" y="367"/>
                      <a:pt x="334" y="367"/>
                      <a:pt x="330" y="366"/>
                    </a:cubicBezTo>
                    <a:cubicBezTo>
                      <a:pt x="322" y="390"/>
                      <a:pt x="342" y="398"/>
                      <a:pt x="354" y="414"/>
                    </a:cubicBezTo>
                    <a:cubicBezTo>
                      <a:pt x="368" y="432"/>
                      <a:pt x="372" y="446"/>
                      <a:pt x="390" y="458"/>
                    </a:cubicBezTo>
                    <a:cubicBezTo>
                      <a:pt x="409" y="487"/>
                      <a:pt x="399" y="475"/>
                      <a:pt x="418" y="494"/>
                    </a:cubicBezTo>
                    <a:cubicBezTo>
                      <a:pt x="423" y="510"/>
                      <a:pt x="428" y="517"/>
                      <a:pt x="442" y="526"/>
                    </a:cubicBezTo>
                    <a:cubicBezTo>
                      <a:pt x="450" y="550"/>
                      <a:pt x="432" y="533"/>
                      <a:pt x="422" y="526"/>
                    </a:cubicBezTo>
                    <a:cubicBezTo>
                      <a:pt x="399" y="492"/>
                      <a:pt x="430" y="532"/>
                      <a:pt x="402" y="510"/>
                    </a:cubicBezTo>
                    <a:cubicBezTo>
                      <a:pt x="398" y="507"/>
                      <a:pt x="397" y="501"/>
                      <a:pt x="394" y="498"/>
                    </a:cubicBezTo>
                    <a:cubicBezTo>
                      <a:pt x="391" y="495"/>
                      <a:pt x="386" y="493"/>
                      <a:pt x="382" y="490"/>
                    </a:cubicBezTo>
                    <a:cubicBezTo>
                      <a:pt x="377" y="474"/>
                      <a:pt x="370" y="471"/>
                      <a:pt x="354" y="466"/>
                    </a:cubicBezTo>
                    <a:cubicBezTo>
                      <a:pt x="344" y="452"/>
                      <a:pt x="340" y="447"/>
                      <a:pt x="346" y="430"/>
                    </a:cubicBezTo>
                    <a:cubicBezTo>
                      <a:pt x="338" y="418"/>
                      <a:pt x="314" y="402"/>
                      <a:pt x="314" y="402"/>
                    </a:cubicBezTo>
                    <a:cubicBezTo>
                      <a:pt x="306" y="390"/>
                      <a:pt x="298" y="378"/>
                      <a:pt x="290" y="366"/>
                    </a:cubicBezTo>
                    <a:cubicBezTo>
                      <a:pt x="284" y="357"/>
                      <a:pt x="273" y="354"/>
                      <a:pt x="266" y="346"/>
                    </a:cubicBezTo>
                    <a:cubicBezTo>
                      <a:pt x="263" y="342"/>
                      <a:pt x="262" y="337"/>
                      <a:pt x="258" y="334"/>
                    </a:cubicBezTo>
                    <a:cubicBezTo>
                      <a:pt x="243" y="324"/>
                      <a:pt x="225" y="324"/>
                      <a:pt x="210" y="314"/>
                    </a:cubicBezTo>
                    <a:cubicBezTo>
                      <a:pt x="201" y="300"/>
                      <a:pt x="194" y="291"/>
                      <a:pt x="178" y="286"/>
                    </a:cubicBezTo>
                    <a:cubicBezTo>
                      <a:pt x="160" y="260"/>
                      <a:pt x="192" y="247"/>
                      <a:pt x="154" y="238"/>
                    </a:cubicBezTo>
                    <a:cubicBezTo>
                      <a:pt x="111" y="209"/>
                      <a:pt x="106" y="149"/>
                      <a:pt x="90" y="102"/>
                    </a:cubicBezTo>
                    <a:cubicBezTo>
                      <a:pt x="86" y="90"/>
                      <a:pt x="76" y="73"/>
                      <a:pt x="66" y="66"/>
                    </a:cubicBezTo>
                    <a:cubicBezTo>
                      <a:pt x="58" y="60"/>
                      <a:pt x="42" y="50"/>
                      <a:pt x="42" y="50"/>
                    </a:cubicBezTo>
                    <a:cubicBezTo>
                      <a:pt x="39" y="46"/>
                      <a:pt x="38" y="41"/>
                      <a:pt x="34" y="38"/>
                    </a:cubicBezTo>
                    <a:cubicBezTo>
                      <a:pt x="27" y="34"/>
                      <a:pt x="10" y="30"/>
                      <a:pt x="10" y="30"/>
                    </a:cubicBezTo>
                    <a:cubicBezTo>
                      <a:pt x="0" y="1"/>
                      <a:pt x="31" y="17"/>
                      <a:pt x="46" y="22"/>
                    </a:cubicBezTo>
                    <a:cubicBezTo>
                      <a:pt x="65" y="51"/>
                      <a:pt x="61" y="41"/>
                      <a:pt x="86" y="58"/>
                    </a:cubicBezTo>
                    <a:cubicBezTo>
                      <a:pt x="94" y="70"/>
                      <a:pt x="94" y="93"/>
                      <a:pt x="102" y="70"/>
                    </a:cubicBezTo>
                    <a:cubicBezTo>
                      <a:pt x="95" y="49"/>
                      <a:pt x="82" y="62"/>
                      <a:pt x="82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Freeform 50"/>
              <p:cNvSpPr>
                <a:spLocks/>
              </p:cNvSpPr>
              <p:nvPr userDrawn="1"/>
            </p:nvSpPr>
            <p:spPr bwMode="ltGray">
              <a:xfrm>
                <a:off x="3577" y="490"/>
                <a:ext cx="36" cy="39"/>
              </a:xfrm>
              <a:custGeom>
                <a:avLst/>
                <a:gdLst>
                  <a:gd name="T0" fmla="*/ 6 w 36"/>
                  <a:gd name="T1" fmla="*/ 12 h 48"/>
                  <a:gd name="T2" fmla="*/ 10 w 36"/>
                  <a:gd name="T3" fmla="*/ 21 h 48"/>
                  <a:gd name="T4" fmla="*/ 6 w 36"/>
                  <a:gd name="T5" fmla="*/ 12 h 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48">
                    <a:moveTo>
                      <a:pt x="6" y="28"/>
                    </a:moveTo>
                    <a:cubicBezTo>
                      <a:pt x="25" y="0"/>
                      <a:pt x="36" y="31"/>
                      <a:pt x="10" y="48"/>
                    </a:cubicBezTo>
                    <a:cubicBezTo>
                      <a:pt x="0" y="34"/>
                      <a:pt x="0" y="40"/>
                      <a:pt x="6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Freeform 51"/>
              <p:cNvSpPr>
                <a:spLocks/>
              </p:cNvSpPr>
              <p:nvPr userDrawn="1"/>
            </p:nvSpPr>
            <p:spPr bwMode="ltGray">
              <a:xfrm>
                <a:off x="3549" y="475"/>
                <a:ext cx="38" cy="29"/>
              </a:xfrm>
              <a:custGeom>
                <a:avLst/>
                <a:gdLst>
                  <a:gd name="T0" fmla="*/ 0 w 36"/>
                  <a:gd name="T1" fmla="*/ 2 h 37"/>
                  <a:gd name="T2" fmla="*/ 16 w 36"/>
                  <a:gd name="T3" fmla="*/ 1 h 37"/>
                  <a:gd name="T4" fmla="*/ 44 w 36"/>
                  <a:gd name="T5" fmla="*/ 6 h 37"/>
                  <a:gd name="T6" fmla="*/ 8 w 36"/>
                  <a:gd name="T7" fmla="*/ 6 h 37"/>
                  <a:gd name="T8" fmla="*/ 0 w 36"/>
                  <a:gd name="T9" fmla="*/ 2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37">
                    <a:moveTo>
                      <a:pt x="0" y="5"/>
                    </a:moveTo>
                    <a:cubicBezTo>
                      <a:pt x="4" y="4"/>
                      <a:pt x="8" y="0"/>
                      <a:pt x="12" y="1"/>
                    </a:cubicBezTo>
                    <a:cubicBezTo>
                      <a:pt x="21" y="4"/>
                      <a:pt x="36" y="17"/>
                      <a:pt x="36" y="17"/>
                    </a:cubicBezTo>
                    <a:cubicBezTo>
                      <a:pt x="29" y="37"/>
                      <a:pt x="22" y="26"/>
                      <a:pt x="8" y="17"/>
                    </a:cubicBezTo>
                    <a:cubicBezTo>
                      <a:pt x="5" y="13"/>
                      <a:pt x="0" y="5"/>
                      <a:pt x="0" y="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Freeform 52"/>
              <p:cNvSpPr>
                <a:spLocks/>
              </p:cNvSpPr>
              <p:nvPr userDrawn="1"/>
            </p:nvSpPr>
            <p:spPr bwMode="ltGray">
              <a:xfrm>
                <a:off x="4686" y="394"/>
                <a:ext cx="171" cy="81"/>
              </a:xfrm>
              <a:custGeom>
                <a:avLst/>
                <a:gdLst>
                  <a:gd name="T0" fmla="*/ 0 w 170"/>
                  <a:gd name="T1" fmla="*/ 25 h 96"/>
                  <a:gd name="T2" fmla="*/ 28 w 170"/>
                  <a:gd name="T3" fmla="*/ 13 h 96"/>
                  <a:gd name="T4" fmla="*/ 56 w 170"/>
                  <a:gd name="T5" fmla="*/ 11 h 96"/>
                  <a:gd name="T6" fmla="*/ 80 w 170"/>
                  <a:gd name="T7" fmla="*/ 5 h 96"/>
                  <a:gd name="T8" fmla="*/ 64 w 170"/>
                  <a:gd name="T9" fmla="*/ 13 h 96"/>
                  <a:gd name="T10" fmla="*/ 128 w 170"/>
                  <a:gd name="T11" fmla="*/ 25 h 96"/>
                  <a:gd name="T12" fmla="*/ 164 w 170"/>
                  <a:gd name="T13" fmla="*/ 33 h 96"/>
                  <a:gd name="T14" fmla="*/ 120 w 170"/>
                  <a:gd name="T15" fmla="*/ 39 h 96"/>
                  <a:gd name="T16" fmla="*/ 92 w 170"/>
                  <a:gd name="T17" fmla="*/ 30 h 96"/>
                  <a:gd name="T18" fmla="*/ 76 w 170"/>
                  <a:gd name="T19" fmla="*/ 27 h 96"/>
                  <a:gd name="T20" fmla="*/ 24 w 170"/>
                  <a:gd name="T21" fmla="*/ 21 h 96"/>
                  <a:gd name="T22" fmla="*/ 0 w 170"/>
                  <a:gd name="T23" fmla="*/ 25 h 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70" h="96">
                    <a:moveTo>
                      <a:pt x="0" y="49"/>
                    </a:moveTo>
                    <a:cubicBezTo>
                      <a:pt x="5" y="33"/>
                      <a:pt x="12" y="30"/>
                      <a:pt x="28" y="25"/>
                    </a:cubicBezTo>
                    <a:cubicBezTo>
                      <a:pt x="20" y="0"/>
                      <a:pt x="42" y="16"/>
                      <a:pt x="56" y="21"/>
                    </a:cubicBezTo>
                    <a:cubicBezTo>
                      <a:pt x="56" y="21"/>
                      <a:pt x="77" y="6"/>
                      <a:pt x="80" y="9"/>
                    </a:cubicBezTo>
                    <a:cubicBezTo>
                      <a:pt x="85" y="14"/>
                      <a:pt x="71" y="23"/>
                      <a:pt x="64" y="25"/>
                    </a:cubicBezTo>
                    <a:cubicBezTo>
                      <a:pt x="82" y="37"/>
                      <a:pt x="103" y="42"/>
                      <a:pt x="124" y="49"/>
                    </a:cubicBezTo>
                    <a:cubicBezTo>
                      <a:pt x="136" y="53"/>
                      <a:pt x="160" y="65"/>
                      <a:pt x="160" y="65"/>
                    </a:cubicBezTo>
                    <a:cubicBezTo>
                      <a:pt x="170" y="96"/>
                      <a:pt x="134" y="83"/>
                      <a:pt x="116" y="77"/>
                    </a:cubicBezTo>
                    <a:cubicBezTo>
                      <a:pt x="109" y="57"/>
                      <a:pt x="116" y="66"/>
                      <a:pt x="88" y="57"/>
                    </a:cubicBezTo>
                    <a:cubicBezTo>
                      <a:pt x="84" y="56"/>
                      <a:pt x="76" y="53"/>
                      <a:pt x="76" y="53"/>
                    </a:cubicBezTo>
                    <a:cubicBezTo>
                      <a:pt x="57" y="34"/>
                      <a:pt x="53" y="37"/>
                      <a:pt x="24" y="41"/>
                    </a:cubicBezTo>
                    <a:cubicBezTo>
                      <a:pt x="9" y="51"/>
                      <a:pt x="17" y="49"/>
                      <a:pt x="0" y="49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Freeform 53"/>
              <p:cNvSpPr>
                <a:spLocks/>
              </p:cNvSpPr>
              <p:nvPr userDrawn="1"/>
            </p:nvSpPr>
            <p:spPr bwMode="ltGray">
              <a:xfrm>
                <a:off x="4867" y="460"/>
                <a:ext cx="138" cy="37"/>
              </a:xfrm>
              <a:custGeom>
                <a:avLst/>
                <a:gdLst>
                  <a:gd name="T0" fmla="*/ 0 w 138"/>
                  <a:gd name="T1" fmla="*/ 0 h 44"/>
                  <a:gd name="T2" fmla="*/ 52 w 138"/>
                  <a:gd name="T3" fmla="*/ 3 h 44"/>
                  <a:gd name="T4" fmla="*/ 88 w 138"/>
                  <a:gd name="T5" fmla="*/ 12 h 44"/>
                  <a:gd name="T6" fmla="*/ 112 w 138"/>
                  <a:gd name="T7" fmla="*/ 10 h 44"/>
                  <a:gd name="T8" fmla="*/ 108 w 138"/>
                  <a:gd name="T9" fmla="*/ 22 h 44"/>
                  <a:gd name="T10" fmla="*/ 64 w 138"/>
                  <a:gd name="T11" fmla="*/ 20 h 44"/>
                  <a:gd name="T12" fmla="*/ 0 w 138"/>
                  <a:gd name="T13" fmla="*/ 18 h 44"/>
                  <a:gd name="T14" fmla="*/ 28 w 138"/>
                  <a:gd name="T15" fmla="*/ 10 h 44"/>
                  <a:gd name="T16" fmla="*/ 0 w 138"/>
                  <a:gd name="T17" fmla="*/ 0 h 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8" h="44">
                    <a:moveTo>
                      <a:pt x="0" y="0"/>
                    </a:moveTo>
                    <a:cubicBezTo>
                      <a:pt x="19" y="3"/>
                      <a:pt x="35" y="10"/>
                      <a:pt x="52" y="4"/>
                    </a:cubicBezTo>
                    <a:cubicBezTo>
                      <a:pt x="87" y="11"/>
                      <a:pt x="61" y="15"/>
                      <a:pt x="88" y="24"/>
                    </a:cubicBezTo>
                    <a:cubicBezTo>
                      <a:pt x="96" y="23"/>
                      <a:pt x="104" y="19"/>
                      <a:pt x="112" y="20"/>
                    </a:cubicBezTo>
                    <a:cubicBezTo>
                      <a:pt x="138" y="23"/>
                      <a:pt x="118" y="41"/>
                      <a:pt x="108" y="44"/>
                    </a:cubicBezTo>
                    <a:cubicBezTo>
                      <a:pt x="78" y="34"/>
                      <a:pt x="92" y="34"/>
                      <a:pt x="64" y="40"/>
                    </a:cubicBezTo>
                    <a:cubicBezTo>
                      <a:pt x="41" y="37"/>
                      <a:pt x="22" y="41"/>
                      <a:pt x="0" y="36"/>
                    </a:cubicBezTo>
                    <a:cubicBezTo>
                      <a:pt x="6" y="11"/>
                      <a:pt x="7" y="27"/>
                      <a:pt x="28" y="20"/>
                    </a:cubicBezTo>
                    <a:cubicBezTo>
                      <a:pt x="17" y="13"/>
                      <a:pt x="0" y="13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Freeform 54"/>
              <p:cNvSpPr>
                <a:spLocks/>
              </p:cNvSpPr>
              <p:nvPr userDrawn="1"/>
            </p:nvSpPr>
            <p:spPr bwMode="ltGray">
              <a:xfrm>
                <a:off x="4794" y="480"/>
                <a:ext cx="56" cy="34"/>
              </a:xfrm>
              <a:custGeom>
                <a:avLst/>
                <a:gdLst>
                  <a:gd name="T0" fmla="*/ 17 w 57"/>
                  <a:gd name="T1" fmla="*/ 11 h 42"/>
                  <a:gd name="T2" fmla="*/ 33 w 57"/>
                  <a:gd name="T3" fmla="*/ 6 h 42"/>
                  <a:gd name="T4" fmla="*/ 17 w 57"/>
                  <a:gd name="T5" fmla="*/ 11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" h="42">
                    <a:moveTo>
                      <a:pt x="17" y="25"/>
                    </a:moveTo>
                    <a:cubicBezTo>
                      <a:pt x="0" y="0"/>
                      <a:pt x="21" y="9"/>
                      <a:pt x="37" y="13"/>
                    </a:cubicBezTo>
                    <a:cubicBezTo>
                      <a:pt x="57" y="42"/>
                      <a:pt x="30" y="25"/>
                      <a:pt x="17" y="2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Freeform 55"/>
              <p:cNvSpPr>
                <a:spLocks/>
              </p:cNvSpPr>
              <p:nvPr userDrawn="1"/>
            </p:nvSpPr>
            <p:spPr bwMode="ltGray">
              <a:xfrm>
                <a:off x="4757" y="375"/>
                <a:ext cx="37" cy="44"/>
              </a:xfrm>
              <a:custGeom>
                <a:avLst/>
                <a:gdLst>
                  <a:gd name="T0" fmla="*/ 15 w 39"/>
                  <a:gd name="T1" fmla="*/ 16 h 52"/>
                  <a:gd name="T2" fmla="*/ 15 w 39"/>
                  <a:gd name="T3" fmla="*/ 0 h 52"/>
                  <a:gd name="T4" fmla="*/ 15 w 39"/>
                  <a:gd name="T5" fmla="*/ 16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52">
                    <a:moveTo>
                      <a:pt x="19" y="32"/>
                    </a:moveTo>
                    <a:cubicBezTo>
                      <a:pt x="13" y="14"/>
                      <a:pt x="0" y="13"/>
                      <a:pt x="19" y="0"/>
                    </a:cubicBezTo>
                    <a:cubicBezTo>
                      <a:pt x="23" y="5"/>
                      <a:pt x="39" y="52"/>
                      <a:pt x="19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Freeform 56"/>
              <p:cNvSpPr>
                <a:spLocks/>
              </p:cNvSpPr>
              <p:nvPr userDrawn="1"/>
            </p:nvSpPr>
            <p:spPr bwMode="ltGray">
              <a:xfrm>
                <a:off x="5054" y="507"/>
                <a:ext cx="45" cy="66"/>
              </a:xfrm>
              <a:custGeom>
                <a:avLst/>
                <a:gdLst>
                  <a:gd name="T0" fmla="*/ 4 w 44"/>
                  <a:gd name="T1" fmla="*/ 4 h 80"/>
                  <a:gd name="T2" fmla="*/ 20 w 44"/>
                  <a:gd name="T3" fmla="*/ 15 h 80"/>
                  <a:gd name="T4" fmla="*/ 28 w 44"/>
                  <a:gd name="T5" fmla="*/ 22 h 80"/>
                  <a:gd name="T6" fmla="*/ 40 w 44"/>
                  <a:gd name="T7" fmla="*/ 25 h 80"/>
                  <a:gd name="T8" fmla="*/ 28 w 44"/>
                  <a:gd name="T9" fmla="*/ 34 h 80"/>
                  <a:gd name="T10" fmla="*/ 0 w 44"/>
                  <a:gd name="T11" fmla="*/ 10 h 80"/>
                  <a:gd name="T12" fmla="*/ 4 w 44"/>
                  <a:gd name="T13" fmla="*/ 4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80">
                    <a:moveTo>
                      <a:pt x="4" y="9"/>
                    </a:moveTo>
                    <a:cubicBezTo>
                      <a:pt x="9" y="17"/>
                      <a:pt x="18" y="24"/>
                      <a:pt x="20" y="33"/>
                    </a:cubicBezTo>
                    <a:cubicBezTo>
                      <a:pt x="21" y="38"/>
                      <a:pt x="21" y="45"/>
                      <a:pt x="24" y="49"/>
                    </a:cubicBezTo>
                    <a:cubicBezTo>
                      <a:pt x="27" y="52"/>
                      <a:pt x="32" y="52"/>
                      <a:pt x="36" y="53"/>
                    </a:cubicBezTo>
                    <a:cubicBezTo>
                      <a:pt x="41" y="68"/>
                      <a:pt x="44" y="80"/>
                      <a:pt x="24" y="73"/>
                    </a:cubicBezTo>
                    <a:cubicBezTo>
                      <a:pt x="19" y="55"/>
                      <a:pt x="11" y="37"/>
                      <a:pt x="0" y="21"/>
                    </a:cubicBezTo>
                    <a:cubicBezTo>
                      <a:pt x="4" y="4"/>
                      <a:pt x="4" y="0"/>
                      <a:pt x="4" y="9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Freeform 57"/>
              <p:cNvSpPr>
                <a:spLocks/>
              </p:cNvSpPr>
              <p:nvPr userDrawn="1"/>
            </p:nvSpPr>
            <p:spPr bwMode="ltGray">
              <a:xfrm>
                <a:off x="4260" y="6"/>
                <a:ext cx="480" cy="100"/>
              </a:xfrm>
              <a:custGeom>
                <a:avLst/>
                <a:gdLst>
                  <a:gd name="T0" fmla="*/ 1073 w 323"/>
                  <a:gd name="T1" fmla="*/ 8 h 64"/>
                  <a:gd name="T2" fmla="*/ 1126 w 323"/>
                  <a:gd name="T3" fmla="*/ 48 h 64"/>
                  <a:gd name="T4" fmla="*/ 1146 w 323"/>
                  <a:gd name="T5" fmla="*/ 0 h 64"/>
                  <a:gd name="T6" fmla="*/ 1294 w 323"/>
                  <a:gd name="T7" fmla="*/ 0 h 64"/>
                  <a:gd name="T8" fmla="*/ 1403 w 323"/>
                  <a:gd name="T9" fmla="*/ 103 h 64"/>
                  <a:gd name="T10" fmla="*/ 1554 w 323"/>
                  <a:gd name="T11" fmla="*/ 61 h 64"/>
                  <a:gd name="T12" fmla="*/ 1532 w 323"/>
                  <a:gd name="T13" fmla="*/ 170 h 64"/>
                  <a:gd name="T14" fmla="*/ 1453 w 323"/>
                  <a:gd name="T15" fmla="*/ 277 h 64"/>
                  <a:gd name="T16" fmla="*/ 1437 w 323"/>
                  <a:gd name="T17" fmla="*/ 170 h 64"/>
                  <a:gd name="T18" fmla="*/ 1403 w 323"/>
                  <a:gd name="T19" fmla="*/ 183 h 64"/>
                  <a:gd name="T20" fmla="*/ 1363 w 323"/>
                  <a:gd name="T21" fmla="*/ 170 h 64"/>
                  <a:gd name="T22" fmla="*/ 1282 w 323"/>
                  <a:gd name="T23" fmla="*/ 127 h 64"/>
                  <a:gd name="T24" fmla="*/ 1113 w 323"/>
                  <a:gd name="T25" fmla="*/ 225 h 64"/>
                  <a:gd name="T26" fmla="*/ 981 w 323"/>
                  <a:gd name="T27" fmla="*/ 264 h 64"/>
                  <a:gd name="T28" fmla="*/ 1033 w 323"/>
                  <a:gd name="T29" fmla="*/ 339 h 64"/>
                  <a:gd name="T30" fmla="*/ 917 w 323"/>
                  <a:gd name="T31" fmla="*/ 373 h 64"/>
                  <a:gd name="T32" fmla="*/ 823 w 323"/>
                  <a:gd name="T33" fmla="*/ 361 h 64"/>
                  <a:gd name="T34" fmla="*/ 863 w 323"/>
                  <a:gd name="T35" fmla="*/ 339 h 64"/>
                  <a:gd name="T36" fmla="*/ 832 w 323"/>
                  <a:gd name="T37" fmla="*/ 239 h 64"/>
                  <a:gd name="T38" fmla="*/ 823 w 323"/>
                  <a:gd name="T39" fmla="*/ 183 h 64"/>
                  <a:gd name="T40" fmla="*/ 771 w 323"/>
                  <a:gd name="T41" fmla="*/ 138 h 64"/>
                  <a:gd name="T42" fmla="*/ 694 w 323"/>
                  <a:gd name="T43" fmla="*/ 161 h 64"/>
                  <a:gd name="T44" fmla="*/ 654 w 323"/>
                  <a:gd name="T45" fmla="*/ 161 h 64"/>
                  <a:gd name="T46" fmla="*/ 600 w 323"/>
                  <a:gd name="T47" fmla="*/ 148 h 64"/>
                  <a:gd name="T48" fmla="*/ 404 w 323"/>
                  <a:gd name="T49" fmla="*/ 13 h 64"/>
                  <a:gd name="T50" fmla="*/ 290 w 323"/>
                  <a:gd name="T51" fmla="*/ 83 h 64"/>
                  <a:gd name="T52" fmla="*/ 1 w 323"/>
                  <a:gd name="T53" fmla="*/ 0 h 64"/>
                  <a:gd name="T54" fmla="*/ 1073 w 323"/>
                  <a:gd name="T55" fmla="*/ 8 h 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23" h="64">
                    <a:moveTo>
                      <a:pt x="220" y="1"/>
                    </a:moveTo>
                    <a:cubicBezTo>
                      <a:pt x="215" y="12"/>
                      <a:pt x="225" y="17"/>
                      <a:pt x="231" y="8"/>
                    </a:cubicBezTo>
                    <a:cubicBezTo>
                      <a:pt x="235" y="0"/>
                      <a:pt x="229" y="7"/>
                      <a:pt x="235" y="0"/>
                    </a:cubicBezTo>
                    <a:lnTo>
                      <a:pt x="265" y="0"/>
                    </a:lnTo>
                    <a:cubicBezTo>
                      <a:pt x="277" y="6"/>
                      <a:pt x="276" y="11"/>
                      <a:pt x="287" y="17"/>
                    </a:cubicBezTo>
                    <a:cubicBezTo>
                      <a:pt x="308" y="11"/>
                      <a:pt x="293" y="7"/>
                      <a:pt x="319" y="10"/>
                    </a:cubicBezTo>
                    <a:cubicBezTo>
                      <a:pt x="323" y="19"/>
                      <a:pt x="321" y="22"/>
                      <a:pt x="314" y="29"/>
                    </a:cubicBezTo>
                    <a:cubicBezTo>
                      <a:pt x="312" y="39"/>
                      <a:pt x="313" y="50"/>
                      <a:pt x="298" y="46"/>
                    </a:cubicBezTo>
                    <a:cubicBezTo>
                      <a:pt x="297" y="40"/>
                      <a:pt x="298" y="34"/>
                      <a:pt x="295" y="29"/>
                    </a:cubicBezTo>
                    <a:cubicBezTo>
                      <a:pt x="294" y="27"/>
                      <a:pt x="290" y="31"/>
                      <a:pt x="287" y="31"/>
                    </a:cubicBezTo>
                    <a:cubicBezTo>
                      <a:pt x="284" y="31"/>
                      <a:pt x="282" y="30"/>
                      <a:pt x="279" y="29"/>
                    </a:cubicBezTo>
                    <a:cubicBezTo>
                      <a:pt x="274" y="27"/>
                      <a:pt x="263" y="21"/>
                      <a:pt x="263" y="21"/>
                    </a:cubicBezTo>
                    <a:cubicBezTo>
                      <a:pt x="249" y="23"/>
                      <a:pt x="241" y="31"/>
                      <a:pt x="228" y="38"/>
                    </a:cubicBezTo>
                    <a:cubicBezTo>
                      <a:pt x="220" y="41"/>
                      <a:pt x="209" y="42"/>
                      <a:pt x="201" y="44"/>
                    </a:cubicBezTo>
                    <a:cubicBezTo>
                      <a:pt x="193" y="54"/>
                      <a:pt x="200" y="53"/>
                      <a:pt x="212" y="57"/>
                    </a:cubicBezTo>
                    <a:cubicBezTo>
                      <a:pt x="200" y="62"/>
                      <a:pt x="199" y="57"/>
                      <a:pt x="188" y="63"/>
                    </a:cubicBezTo>
                    <a:cubicBezTo>
                      <a:pt x="181" y="62"/>
                      <a:pt x="174" y="64"/>
                      <a:pt x="169" y="61"/>
                    </a:cubicBezTo>
                    <a:cubicBezTo>
                      <a:pt x="166" y="59"/>
                      <a:pt x="175" y="59"/>
                      <a:pt x="177" y="57"/>
                    </a:cubicBezTo>
                    <a:cubicBezTo>
                      <a:pt x="181" y="48"/>
                      <a:pt x="149" y="28"/>
                      <a:pt x="171" y="40"/>
                    </a:cubicBezTo>
                    <a:cubicBezTo>
                      <a:pt x="184" y="55"/>
                      <a:pt x="184" y="36"/>
                      <a:pt x="169" y="31"/>
                    </a:cubicBezTo>
                    <a:cubicBezTo>
                      <a:pt x="167" y="27"/>
                      <a:pt x="167" y="22"/>
                      <a:pt x="158" y="23"/>
                    </a:cubicBezTo>
                    <a:cubicBezTo>
                      <a:pt x="153" y="23"/>
                      <a:pt x="142" y="27"/>
                      <a:pt x="142" y="27"/>
                    </a:cubicBezTo>
                    <a:cubicBezTo>
                      <a:pt x="136" y="39"/>
                      <a:pt x="143" y="31"/>
                      <a:pt x="134" y="27"/>
                    </a:cubicBezTo>
                    <a:cubicBezTo>
                      <a:pt x="130" y="25"/>
                      <a:pt x="126" y="25"/>
                      <a:pt x="123" y="25"/>
                    </a:cubicBezTo>
                    <a:cubicBezTo>
                      <a:pt x="117" y="11"/>
                      <a:pt x="100" y="6"/>
                      <a:pt x="83" y="2"/>
                    </a:cubicBezTo>
                    <a:cubicBezTo>
                      <a:pt x="70" y="4"/>
                      <a:pt x="69" y="9"/>
                      <a:pt x="59" y="14"/>
                    </a:cubicBezTo>
                    <a:cubicBezTo>
                      <a:pt x="45" y="14"/>
                      <a:pt x="0" y="12"/>
                      <a:pt x="1" y="0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Freeform 58"/>
              <p:cNvSpPr>
                <a:spLocks/>
              </p:cNvSpPr>
              <p:nvPr userDrawn="1"/>
            </p:nvSpPr>
            <p:spPr bwMode="ltGray">
              <a:xfrm>
                <a:off x="3835" y="3"/>
                <a:ext cx="446" cy="49"/>
              </a:xfrm>
              <a:custGeom>
                <a:avLst/>
                <a:gdLst>
                  <a:gd name="T0" fmla="*/ 513 w 300"/>
                  <a:gd name="T1" fmla="*/ 193 h 31"/>
                  <a:gd name="T2" fmla="*/ 149 w 300"/>
                  <a:gd name="T3" fmla="*/ 8 h 31"/>
                  <a:gd name="T4" fmla="*/ 1393 w 300"/>
                  <a:gd name="T5" fmla="*/ 0 h 31"/>
                  <a:gd name="T6" fmla="*/ 1445 w 300"/>
                  <a:gd name="T7" fmla="*/ 87 h 31"/>
                  <a:gd name="T8" fmla="*/ 1289 w 300"/>
                  <a:gd name="T9" fmla="*/ 100 h 31"/>
                  <a:gd name="T10" fmla="*/ 513 w 300"/>
                  <a:gd name="T11" fmla="*/ 193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0" h="31">
                    <a:moveTo>
                      <a:pt x="105" y="31"/>
                    </a:moveTo>
                    <a:cubicBezTo>
                      <a:pt x="83" y="19"/>
                      <a:pt x="0" y="6"/>
                      <a:pt x="30" y="1"/>
                    </a:cubicBezTo>
                    <a:lnTo>
                      <a:pt x="285" y="0"/>
                    </a:lnTo>
                    <a:cubicBezTo>
                      <a:pt x="296" y="4"/>
                      <a:pt x="300" y="5"/>
                      <a:pt x="296" y="14"/>
                    </a:cubicBezTo>
                    <a:cubicBezTo>
                      <a:pt x="285" y="11"/>
                      <a:pt x="276" y="16"/>
                      <a:pt x="264" y="16"/>
                    </a:cubicBezTo>
                    <a:lnTo>
                      <a:pt x="105" y="31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Freeform 59"/>
              <p:cNvSpPr>
                <a:spLocks/>
              </p:cNvSpPr>
              <p:nvPr userDrawn="1"/>
            </p:nvSpPr>
            <p:spPr bwMode="ltGray">
              <a:xfrm>
                <a:off x="2853" y="74"/>
                <a:ext cx="42" cy="25"/>
              </a:xfrm>
              <a:custGeom>
                <a:avLst/>
                <a:gdLst>
                  <a:gd name="T0" fmla="*/ 0 w 41"/>
                  <a:gd name="T1" fmla="*/ 14 h 29"/>
                  <a:gd name="T2" fmla="*/ 12 w 41"/>
                  <a:gd name="T3" fmla="*/ 16 h 29"/>
                  <a:gd name="T4" fmla="*/ 0 w 41"/>
                  <a:gd name="T5" fmla="*/ 14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29">
                    <a:moveTo>
                      <a:pt x="0" y="25"/>
                    </a:moveTo>
                    <a:cubicBezTo>
                      <a:pt x="10" y="11"/>
                      <a:pt x="41" y="0"/>
                      <a:pt x="12" y="29"/>
                    </a:cubicBezTo>
                    <a:cubicBezTo>
                      <a:pt x="8" y="28"/>
                      <a:pt x="0" y="25"/>
                      <a:pt x="0" y="2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Freeform 60"/>
              <p:cNvSpPr>
                <a:spLocks/>
              </p:cNvSpPr>
              <p:nvPr userDrawn="1"/>
            </p:nvSpPr>
            <p:spPr bwMode="ltGray">
              <a:xfrm>
                <a:off x="1704" y="3"/>
                <a:ext cx="1022" cy="372"/>
              </a:xfrm>
              <a:custGeom>
                <a:avLst/>
                <a:gdLst>
                  <a:gd name="T0" fmla="*/ 2203 w 436"/>
                  <a:gd name="T1" fmla="*/ 29 h 152"/>
                  <a:gd name="T2" fmla="*/ 13164 w 436"/>
                  <a:gd name="T3" fmla="*/ 0 h 152"/>
                  <a:gd name="T4" fmla="*/ 12555 w 436"/>
                  <a:gd name="T5" fmla="*/ 1936 h 152"/>
                  <a:gd name="T6" fmla="*/ 11990 w 436"/>
                  <a:gd name="T7" fmla="*/ 2433 h 152"/>
                  <a:gd name="T8" fmla="*/ 11835 w 436"/>
                  <a:gd name="T9" fmla="*/ 2509 h 152"/>
                  <a:gd name="T10" fmla="*/ 11319 w 436"/>
                  <a:gd name="T11" fmla="*/ 2624 h 152"/>
                  <a:gd name="T12" fmla="*/ 10895 w 436"/>
                  <a:gd name="T13" fmla="*/ 3150 h 152"/>
                  <a:gd name="T14" fmla="*/ 10935 w 436"/>
                  <a:gd name="T15" fmla="*/ 3546 h 152"/>
                  <a:gd name="T16" fmla="*/ 10984 w 436"/>
                  <a:gd name="T17" fmla="*/ 3840 h 152"/>
                  <a:gd name="T18" fmla="*/ 11050 w 436"/>
                  <a:gd name="T19" fmla="*/ 4060 h 152"/>
                  <a:gd name="T20" fmla="*/ 10935 w 436"/>
                  <a:gd name="T21" fmla="*/ 4383 h 152"/>
                  <a:gd name="T22" fmla="*/ 10600 w 436"/>
                  <a:gd name="T23" fmla="*/ 4312 h 152"/>
                  <a:gd name="T24" fmla="*/ 10330 w 436"/>
                  <a:gd name="T25" fmla="*/ 4630 h 152"/>
                  <a:gd name="T26" fmla="*/ 10473 w 436"/>
                  <a:gd name="T27" fmla="*/ 3766 h 152"/>
                  <a:gd name="T28" fmla="*/ 10199 w 436"/>
                  <a:gd name="T29" fmla="*/ 3593 h 152"/>
                  <a:gd name="T30" fmla="*/ 10379 w 436"/>
                  <a:gd name="T31" fmla="*/ 3343 h 152"/>
                  <a:gd name="T32" fmla="*/ 10330 w 436"/>
                  <a:gd name="T33" fmla="*/ 3199 h 152"/>
                  <a:gd name="T34" fmla="*/ 9660 w 436"/>
                  <a:gd name="T35" fmla="*/ 3372 h 152"/>
                  <a:gd name="T36" fmla="*/ 9571 w 436"/>
                  <a:gd name="T37" fmla="*/ 3049 h 152"/>
                  <a:gd name="T38" fmla="*/ 8961 w 436"/>
                  <a:gd name="T39" fmla="*/ 3372 h 152"/>
                  <a:gd name="T40" fmla="*/ 9660 w 436"/>
                  <a:gd name="T41" fmla="*/ 3696 h 152"/>
                  <a:gd name="T42" fmla="*/ 9210 w 436"/>
                  <a:gd name="T43" fmla="*/ 4192 h 152"/>
                  <a:gd name="T44" fmla="*/ 9390 w 436"/>
                  <a:gd name="T45" fmla="*/ 4515 h 152"/>
                  <a:gd name="T46" fmla="*/ 9505 w 436"/>
                  <a:gd name="T47" fmla="*/ 4953 h 152"/>
                  <a:gd name="T48" fmla="*/ 9325 w 436"/>
                  <a:gd name="T49" fmla="*/ 4983 h 152"/>
                  <a:gd name="T50" fmla="*/ 9477 w 436"/>
                  <a:gd name="T51" fmla="*/ 5157 h 152"/>
                  <a:gd name="T52" fmla="*/ 9275 w 436"/>
                  <a:gd name="T53" fmla="*/ 5450 h 152"/>
                  <a:gd name="T54" fmla="*/ 0 w 436"/>
                  <a:gd name="T55" fmla="*/ 5350 h 152"/>
                  <a:gd name="T56" fmla="*/ 2203 w 436"/>
                  <a:gd name="T57" fmla="*/ 29 h 15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36" h="152">
                    <a:moveTo>
                      <a:pt x="73" y="1"/>
                    </a:moveTo>
                    <a:lnTo>
                      <a:pt x="436" y="0"/>
                    </a:lnTo>
                    <a:cubicBezTo>
                      <a:pt x="430" y="15"/>
                      <a:pt x="429" y="42"/>
                      <a:pt x="416" y="54"/>
                    </a:cubicBezTo>
                    <a:cubicBezTo>
                      <a:pt x="410" y="60"/>
                      <a:pt x="405" y="63"/>
                      <a:pt x="397" y="68"/>
                    </a:cubicBezTo>
                    <a:cubicBezTo>
                      <a:pt x="396" y="69"/>
                      <a:pt x="392" y="70"/>
                      <a:pt x="392" y="70"/>
                    </a:cubicBezTo>
                    <a:cubicBezTo>
                      <a:pt x="377" y="63"/>
                      <a:pt x="385" y="68"/>
                      <a:pt x="375" y="73"/>
                    </a:cubicBezTo>
                    <a:cubicBezTo>
                      <a:pt x="371" y="82"/>
                      <a:pt x="371" y="83"/>
                      <a:pt x="361" y="88"/>
                    </a:cubicBezTo>
                    <a:cubicBezTo>
                      <a:pt x="359" y="92"/>
                      <a:pt x="364" y="93"/>
                      <a:pt x="362" y="99"/>
                    </a:cubicBezTo>
                    <a:cubicBezTo>
                      <a:pt x="363" y="102"/>
                      <a:pt x="364" y="105"/>
                      <a:pt x="364" y="107"/>
                    </a:cubicBezTo>
                    <a:cubicBezTo>
                      <a:pt x="365" y="109"/>
                      <a:pt x="366" y="111"/>
                      <a:pt x="366" y="113"/>
                    </a:cubicBezTo>
                    <a:cubicBezTo>
                      <a:pt x="365" y="115"/>
                      <a:pt x="364" y="120"/>
                      <a:pt x="362" y="122"/>
                    </a:cubicBezTo>
                    <a:cubicBezTo>
                      <a:pt x="359" y="123"/>
                      <a:pt x="354" y="119"/>
                      <a:pt x="351" y="120"/>
                    </a:cubicBezTo>
                    <a:cubicBezTo>
                      <a:pt x="347" y="129"/>
                      <a:pt x="352" y="127"/>
                      <a:pt x="342" y="129"/>
                    </a:cubicBezTo>
                    <a:cubicBezTo>
                      <a:pt x="340" y="123"/>
                      <a:pt x="345" y="111"/>
                      <a:pt x="347" y="105"/>
                    </a:cubicBezTo>
                    <a:cubicBezTo>
                      <a:pt x="347" y="100"/>
                      <a:pt x="338" y="102"/>
                      <a:pt x="338" y="100"/>
                    </a:cubicBezTo>
                    <a:cubicBezTo>
                      <a:pt x="338" y="98"/>
                      <a:pt x="344" y="95"/>
                      <a:pt x="344" y="93"/>
                    </a:cubicBezTo>
                    <a:cubicBezTo>
                      <a:pt x="344" y="92"/>
                      <a:pt x="344" y="89"/>
                      <a:pt x="342" y="89"/>
                    </a:cubicBezTo>
                    <a:cubicBezTo>
                      <a:pt x="339" y="89"/>
                      <a:pt x="324" y="94"/>
                      <a:pt x="320" y="94"/>
                    </a:cubicBezTo>
                    <a:cubicBezTo>
                      <a:pt x="317" y="86"/>
                      <a:pt x="328" y="88"/>
                      <a:pt x="317" y="85"/>
                    </a:cubicBezTo>
                    <a:cubicBezTo>
                      <a:pt x="311" y="91"/>
                      <a:pt x="306" y="93"/>
                      <a:pt x="297" y="94"/>
                    </a:cubicBezTo>
                    <a:cubicBezTo>
                      <a:pt x="300" y="104"/>
                      <a:pt x="307" y="101"/>
                      <a:pt x="320" y="103"/>
                    </a:cubicBezTo>
                    <a:cubicBezTo>
                      <a:pt x="318" y="109"/>
                      <a:pt x="311" y="111"/>
                      <a:pt x="305" y="117"/>
                    </a:cubicBezTo>
                    <a:lnTo>
                      <a:pt x="311" y="126"/>
                    </a:lnTo>
                    <a:lnTo>
                      <a:pt x="315" y="138"/>
                    </a:lnTo>
                    <a:lnTo>
                      <a:pt x="309" y="139"/>
                    </a:lnTo>
                    <a:lnTo>
                      <a:pt x="314" y="144"/>
                    </a:lnTo>
                    <a:lnTo>
                      <a:pt x="307" y="152"/>
                    </a:lnTo>
                    <a:lnTo>
                      <a:pt x="0" y="149"/>
                    </a:lnTo>
                    <a:lnTo>
                      <a:pt x="73" y="1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Freeform 61"/>
              <p:cNvSpPr>
                <a:spLocks/>
              </p:cNvSpPr>
              <p:nvPr userDrawn="1"/>
            </p:nvSpPr>
            <p:spPr bwMode="ltGray">
              <a:xfrm>
                <a:off x="2729" y="-9"/>
                <a:ext cx="47" cy="134"/>
              </a:xfrm>
              <a:custGeom>
                <a:avLst/>
                <a:gdLst>
                  <a:gd name="T0" fmla="*/ 5 w 47"/>
                  <a:gd name="T1" fmla="*/ 68 h 165"/>
                  <a:gd name="T2" fmla="*/ 15 w 47"/>
                  <a:gd name="T3" fmla="*/ 47 h 165"/>
                  <a:gd name="T4" fmla="*/ 17 w 47"/>
                  <a:gd name="T5" fmla="*/ 30 h 165"/>
                  <a:gd name="T6" fmla="*/ 11 w 47"/>
                  <a:gd name="T7" fmla="*/ 17 h 165"/>
                  <a:gd name="T8" fmla="*/ 17 w 47"/>
                  <a:gd name="T9" fmla="*/ 5 h 165"/>
                  <a:gd name="T10" fmla="*/ 21 w 47"/>
                  <a:gd name="T11" fmla="*/ 0 h 165"/>
                  <a:gd name="T12" fmla="*/ 31 w 47"/>
                  <a:gd name="T13" fmla="*/ 12 h 165"/>
                  <a:gd name="T14" fmla="*/ 47 w 47"/>
                  <a:gd name="T15" fmla="*/ 43 h 165"/>
                  <a:gd name="T16" fmla="*/ 31 w 47"/>
                  <a:gd name="T17" fmla="*/ 47 h 165"/>
                  <a:gd name="T18" fmla="*/ 23 w 47"/>
                  <a:gd name="T19" fmla="*/ 54 h 165"/>
                  <a:gd name="T20" fmla="*/ 21 w 47"/>
                  <a:gd name="T21" fmla="*/ 58 h 165"/>
                  <a:gd name="T22" fmla="*/ 27 w 47"/>
                  <a:gd name="T23" fmla="*/ 58 h 165"/>
                  <a:gd name="T24" fmla="*/ 31 w 47"/>
                  <a:gd name="T25" fmla="*/ 64 h 165"/>
                  <a:gd name="T26" fmla="*/ 13 w 47"/>
                  <a:gd name="T27" fmla="*/ 64 h 165"/>
                  <a:gd name="T28" fmla="*/ 7 w 47"/>
                  <a:gd name="T29" fmla="*/ 70 h 165"/>
                  <a:gd name="T30" fmla="*/ 3 w 47"/>
                  <a:gd name="T31" fmla="*/ 67 h 165"/>
                  <a:gd name="T32" fmla="*/ 5 w 47"/>
                  <a:gd name="T33" fmla="*/ 68 h 16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47" h="165">
                    <a:moveTo>
                      <a:pt x="5" y="156"/>
                    </a:moveTo>
                    <a:cubicBezTo>
                      <a:pt x="0" y="141"/>
                      <a:pt x="1" y="118"/>
                      <a:pt x="15" y="108"/>
                    </a:cubicBezTo>
                    <a:cubicBezTo>
                      <a:pt x="16" y="95"/>
                      <a:pt x="17" y="81"/>
                      <a:pt x="17" y="68"/>
                    </a:cubicBezTo>
                    <a:cubicBezTo>
                      <a:pt x="17" y="58"/>
                      <a:pt x="11" y="40"/>
                      <a:pt x="11" y="40"/>
                    </a:cubicBezTo>
                    <a:cubicBezTo>
                      <a:pt x="14" y="20"/>
                      <a:pt x="11" y="29"/>
                      <a:pt x="17" y="12"/>
                    </a:cubicBezTo>
                    <a:cubicBezTo>
                      <a:pt x="18" y="8"/>
                      <a:pt x="21" y="0"/>
                      <a:pt x="21" y="0"/>
                    </a:cubicBezTo>
                    <a:cubicBezTo>
                      <a:pt x="38" y="6"/>
                      <a:pt x="33" y="7"/>
                      <a:pt x="31" y="30"/>
                    </a:cubicBezTo>
                    <a:cubicBezTo>
                      <a:pt x="38" y="52"/>
                      <a:pt x="40" y="76"/>
                      <a:pt x="47" y="98"/>
                    </a:cubicBezTo>
                    <a:cubicBezTo>
                      <a:pt x="44" y="116"/>
                      <a:pt x="45" y="113"/>
                      <a:pt x="31" y="108"/>
                    </a:cubicBezTo>
                    <a:cubicBezTo>
                      <a:pt x="25" y="118"/>
                      <a:pt x="28" y="112"/>
                      <a:pt x="23" y="126"/>
                    </a:cubicBezTo>
                    <a:cubicBezTo>
                      <a:pt x="22" y="128"/>
                      <a:pt x="21" y="132"/>
                      <a:pt x="21" y="132"/>
                    </a:cubicBezTo>
                    <a:cubicBezTo>
                      <a:pt x="23" y="133"/>
                      <a:pt x="26" y="132"/>
                      <a:pt x="27" y="134"/>
                    </a:cubicBezTo>
                    <a:cubicBezTo>
                      <a:pt x="29" y="137"/>
                      <a:pt x="31" y="146"/>
                      <a:pt x="31" y="146"/>
                    </a:cubicBezTo>
                    <a:cubicBezTo>
                      <a:pt x="27" y="165"/>
                      <a:pt x="23" y="155"/>
                      <a:pt x="13" y="148"/>
                    </a:cubicBezTo>
                    <a:cubicBezTo>
                      <a:pt x="11" y="152"/>
                      <a:pt x="11" y="160"/>
                      <a:pt x="7" y="160"/>
                    </a:cubicBezTo>
                    <a:cubicBezTo>
                      <a:pt x="5" y="160"/>
                      <a:pt x="4" y="156"/>
                      <a:pt x="3" y="154"/>
                    </a:cubicBezTo>
                    <a:cubicBezTo>
                      <a:pt x="3" y="153"/>
                      <a:pt x="4" y="155"/>
                      <a:pt x="5" y="15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Freeform 62"/>
              <p:cNvSpPr>
                <a:spLocks/>
              </p:cNvSpPr>
              <p:nvPr userDrawn="1"/>
            </p:nvSpPr>
            <p:spPr bwMode="ltGray">
              <a:xfrm>
                <a:off x="2701" y="103"/>
                <a:ext cx="138" cy="84"/>
              </a:xfrm>
              <a:custGeom>
                <a:avLst/>
                <a:gdLst>
                  <a:gd name="T0" fmla="*/ 26 w 138"/>
                  <a:gd name="T1" fmla="*/ 27 h 103"/>
                  <a:gd name="T2" fmla="*/ 30 w 138"/>
                  <a:gd name="T3" fmla="*/ 20 h 103"/>
                  <a:gd name="T4" fmla="*/ 50 w 138"/>
                  <a:gd name="T5" fmla="*/ 15 h 103"/>
                  <a:gd name="T6" fmla="*/ 54 w 138"/>
                  <a:gd name="T7" fmla="*/ 20 h 103"/>
                  <a:gd name="T8" fmla="*/ 66 w 138"/>
                  <a:gd name="T9" fmla="*/ 22 h 103"/>
                  <a:gd name="T10" fmla="*/ 80 w 138"/>
                  <a:gd name="T11" fmla="*/ 24 h 103"/>
                  <a:gd name="T12" fmla="*/ 116 w 138"/>
                  <a:gd name="T13" fmla="*/ 15 h 103"/>
                  <a:gd name="T14" fmla="*/ 130 w 138"/>
                  <a:gd name="T15" fmla="*/ 7 h 103"/>
                  <a:gd name="T16" fmla="*/ 138 w 138"/>
                  <a:gd name="T17" fmla="*/ 5 h 103"/>
                  <a:gd name="T18" fmla="*/ 106 w 138"/>
                  <a:gd name="T19" fmla="*/ 22 h 103"/>
                  <a:gd name="T20" fmla="*/ 84 w 138"/>
                  <a:gd name="T21" fmla="*/ 30 h 103"/>
                  <a:gd name="T22" fmla="*/ 66 w 138"/>
                  <a:gd name="T23" fmla="*/ 36 h 103"/>
                  <a:gd name="T24" fmla="*/ 48 w 138"/>
                  <a:gd name="T25" fmla="*/ 46 h 103"/>
                  <a:gd name="T26" fmla="*/ 26 w 138"/>
                  <a:gd name="T27" fmla="*/ 40 h 103"/>
                  <a:gd name="T28" fmla="*/ 20 w 138"/>
                  <a:gd name="T29" fmla="*/ 38 h 103"/>
                  <a:gd name="T30" fmla="*/ 22 w 138"/>
                  <a:gd name="T31" fmla="*/ 42 h 103"/>
                  <a:gd name="T32" fmla="*/ 0 w 138"/>
                  <a:gd name="T33" fmla="*/ 42 h 103"/>
                  <a:gd name="T34" fmla="*/ 10 w 138"/>
                  <a:gd name="T35" fmla="*/ 34 h 103"/>
                  <a:gd name="T36" fmla="*/ 26 w 138"/>
                  <a:gd name="T37" fmla="*/ 27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38" h="103">
                    <a:moveTo>
                      <a:pt x="26" y="61"/>
                    </a:moveTo>
                    <a:cubicBezTo>
                      <a:pt x="29" y="53"/>
                      <a:pt x="33" y="51"/>
                      <a:pt x="30" y="43"/>
                    </a:cubicBezTo>
                    <a:cubicBezTo>
                      <a:pt x="33" y="27"/>
                      <a:pt x="37" y="24"/>
                      <a:pt x="50" y="33"/>
                    </a:cubicBezTo>
                    <a:cubicBezTo>
                      <a:pt x="51" y="37"/>
                      <a:pt x="53" y="41"/>
                      <a:pt x="54" y="45"/>
                    </a:cubicBezTo>
                    <a:cubicBezTo>
                      <a:pt x="55" y="49"/>
                      <a:pt x="66" y="49"/>
                      <a:pt x="66" y="49"/>
                    </a:cubicBezTo>
                    <a:cubicBezTo>
                      <a:pt x="75" y="43"/>
                      <a:pt x="77" y="45"/>
                      <a:pt x="80" y="55"/>
                    </a:cubicBezTo>
                    <a:cubicBezTo>
                      <a:pt x="92" y="47"/>
                      <a:pt x="101" y="37"/>
                      <a:pt x="116" y="33"/>
                    </a:cubicBezTo>
                    <a:cubicBezTo>
                      <a:pt x="125" y="19"/>
                      <a:pt x="120" y="24"/>
                      <a:pt x="130" y="17"/>
                    </a:cubicBezTo>
                    <a:cubicBezTo>
                      <a:pt x="134" y="11"/>
                      <a:pt x="134" y="0"/>
                      <a:pt x="138" y="11"/>
                    </a:cubicBezTo>
                    <a:cubicBezTo>
                      <a:pt x="135" y="31"/>
                      <a:pt x="126" y="45"/>
                      <a:pt x="106" y="49"/>
                    </a:cubicBezTo>
                    <a:cubicBezTo>
                      <a:pt x="97" y="55"/>
                      <a:pt x="93" y="61"/>
                      <a:pt x="84" y="67"/>
                    </a:cubicBezTo>
                    <a:cubicBezTo>
                      <a:pt x="80" y="79"/>
                      <a:pt x="79" y="79"/>
                      <a:pt x="66" y="81"/>
                    </a:cubicBezTo>
                    <a:cubicBezTo>
                      <a:pt x="60" y="90"/>
                      <a:pt x="57" y="97"/>
                      <a:pt x="48" y="103"/>
                    </a:cubicBezTo>
                    <a:cubicBezTo>
                      <a:pt x="42" y="94"/>
                      <a:pt x="37" y="93"/>
                      <a:pt x="26" y="89"/>
                    </a:cubicBezTo>
                    <a:cubicBezTo>
                      <a:pt x="24" y="88"/>
                      <a:pt x="20" y="87"/>
                      <a:pt x="20" y="87"/>
                    </a:cubicBezTo>
                    <a:cubicBezTo>
                      <a:pt x="10" y="90"/>
                      <a:pt x="14" y="94"/>
                      <a:pt x="22" y="97"/>
                    </a:cubicBezTo>
                    <a:cubicBezTo>
                      <a:pt x="14" y="103"/>
                      <a:pt x="9" y="100"/>
                      <a:pt x="0" y="97"/>
                    </a:cubicBezTo>
                    <a:cubicBezTo>
                      <a:pt x="2" y="87"/>
                      <a:pt x="1" y="82"/>
                      <a:pt x="10" y="79"/>
                    </a:cubicBezTo>
                    <a:cubicBezTo>
                      <a:pt x="15" y="63"/>
                      <a:pt x="14" y="69"/>
                      <a:pt x="26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Freeform 63"/>
              <p:cNvSpPr>
                <a:spLocks/>
              </p:cNvSpPr>
              <p:nvPr userDrawn="1"/>
            </p:nvSpPr>
            <p:spPr bwMode="ltGray">
              <a:xfrm>
                <a:off x="2553" y="182"/>
                <a:ext cx="187" cy="176"/>
              </a:xfrm>
              <a:custGeom>
                <a:avLst/>
                <a:gdLst>
                  <a:gd name="T0" fmla="*/ 154 w 188"/>
                  <a:gd name="T1" fmla="*/ 11 h 214"/>
                  <a:gd name="T2" fmla="*/ 156 w 188"/>
                  <a:gd name="T3" fmla="*/ 2 h 214"/>
                  <a:gd name="T4" fmla="*/ 166 w 188"/>
                  <a:gd name="T5" fmla="*/ 0 h 214"/>
                  <a:gd name="T6" fmla="*/ 178 w 188"/>
                  <a:gd name="T7" fmla="*/ 11 h 214"/>
                  <a:gd name="T8" fmla="*/ 184 w 188"/>
                  <a:gd name="T9" fmla="*/ 20 h 214"/>
                  <a:gd name="T10" fmla="*/ 174 w 188"/>
                  <a:gd name="T11" fmla="*/ 26 h 214"/>
                  <a:gd name="T12" fmla="*/ 166 w 188"/>
                  <a:gd name="T13" fmla="*/ 35 h 214"/>
                  <a:gd name="T14" fmla="*/ 158 w 188"/>
                  <a:gd name="T15" fmla="*/ 58 h 214"/>
                  <a:gd name="T16" fmla="*/ 140 w 188"/>
                  <a:gd name="T17" fmla="*/ 63 h 214"/>
                  <a:gd name="T18" fmla="*/ 116 w 188"/>
                  <a:gd name="T19" fmla="*/ 63 h 214"/>
                  <a:gd name="T20" fmla="*/ 108 w 188"/>
                  <a:gd name="T21" fmla="*/ 57 h 214"/>
                  <a:gd name="T22" fmla="*/ 98 w 188"/>
                  <a:gd name="T23" fmla="*/ 67 h 214"/>
                  <a:gd name="T24" fmla="*/ 90 w 188"/>
                  <a:gd name="T25" fmla="*/ 68 h 214"/>
                  <a:gd name="T26" fmla="*/ 80 w 188"/>
                  <a:gd name="T27" fmla="*/ 61 h 214"/>
                  <a:gd name="T28" fmla="*/ 58 w 188"/>
                  <a:gd name="T29" fmla="*/ 66 h 214"/>
                  <a:gd name="T30" fmla="*/ 76 w 188"/>
                  <a:gd name="T31" fmla="*/ 65 h 214"/>
                  <a:gd name="T32" fmla="*/ 78 w 188"/>
                  <a:gd name="T33" fmla="*/ 74 h 214"/>
                  <a:gd name="T34" fmla="*/ 58 w 188"/>
                  <a:gd name="T35" fmla="*/ 76 h 214"/>
                  <a:gd name="T36" fmla="*/ 34 w 188"/>
                  <a:gd name="T37" fmla="*/ 76 h 214"/>
                  <a:gd name="T38" fmla="*/ 36 w 188"/>
                  <a:gd name="T39" fmla="*/ 71 h 214"/>
                  <a:gd name="T40" fmla="*/ 46 w 188"/>
                  <a:gd name="T41" fmla="*/ 66 h 214"/>
                  <a:gd name="T42" fmla="*/ 34 w 188"/>
                  <a:gd name="T43" fmla="*/ 67 h 214"/>
                  <a:gd name="T44" fmla="*/ 26 w 188"/>
                  <a:gd name="T45" fmla="*/ 76 h 214"/>
                  <a:gd name="T46" fmla="*/ 30 w 188"/>
                  <a:gd name="T47" fmla="*/ 86 h 214"/>
                  <a:gd name="T48" fmla="*/ 14 w 188"/>
                  <a:gd name="T49" fmla="*/ 91 h 214"/>
                  <a:gd name="T50" fmla="*/ 0 w 188"/>
                  <a:gd name="T51" fmla="*/ 98 h 214"/>
                  <a:gd name="T52" fmla="*/ 8 w 188"/>
                  <a:gd name="T53" fmla="*/ 86 h 214"/>
                  <a:gd name="T54" fmla="*/ 0 w 188"/>
                  <a:gd name="T55" fmla="*/ 75 h 214"/>
                  <a:gd name="T56" fmla="*/ 14 w 188"/>
                  <a:gd name="T57" fmla="*/ 70 h 214"/>
                  <a:gd name="T58" fmla="*/ 32 w 188"/>
                  <a:gd name="T59" fmla="*/ 61 h 214"/>
                  <a:gd name="T60" fmla="*/ 44 w 188"/>
                  <a:gd name="T61" fmla="*/ 54 h 214"/>
                  <a:gd name="T62" fmla="*/ 72 w 188"/>
                  <a:gd name="T63" fmla="*/ 53 h 214"/>
                  <a:gd name="T64" fmla="*/ 84 w 188"/>
                  <a:gd name="T65" fmla="*/ 52 h 214"/>
                  <a:gd name="T66" fmla="*/ 110 w 188"/>
                  <a:gd name="T67" fmla="*/ 36 h 214"/>
                  <a:gd name="T68" fmla="*/ 116 w 188"/>
                  <a:gd name="T69" fmla="*/ 43 h 214"/>
                  <a:gd name="T70" fmla="*/ 128 w 188"/>
                  <a:gd name="T71" fmla="*/ 35 h 214"/>
                  <a:gd name="T72" fmla="*/ 146 w 188"/>
                  <a:gd name="T73" fmla="*/ 25 h 214"/>
                  <a:gd name="T74" fmla="*/ 150 w 188"/>
                  <a:gd name="T75" fmla="*/ 20 h 214"/>
                  <a:gd name="T76" fmla="*/ 144 w 188"/>
                  <a:gd name="T77" fmla="*/ 17 h 214"/>
                  <a:gd name="T78" fmla="*/ 148 w 188"/>
                  <a:gd name="T79" fmla="*/ 14 h 214"/>
                  <a:gd name="T80" fmla="*/ 154 w 188"/>
                  <a:gd name="T81" fmla="*/ 11 h 21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88" h="214">
                    <a:moveTo>
                      <a:pt x="158" y="24"/>
                    </a:moveTo>
                    <a:cubicBezTo>
                      <a:pt x="156" y="18"/>
                      <a:pt x="160" y="6"/>
                      <a:pt x="160" y="6"/>
                    </a:cubicBezTo>
                    <a:cubicBezTo>
                      <a:pt x="167" y="16"/>
                      <a:pt x="167" y="8"/>
                      <a:pt x="170" y="0"/>
                    </a:cubicBezTo>
                    <a:cubicBezTo>
                      <a:pt x="181" y="4"/>
                      <a:pt x="179" y="14"/>
                      <a:pt x="182" y="24"/>
                    </a:cubicBezTo>
                    <a:cubicBezTo>
                      <a:pt x="184" y="30"/>
                      <a:pt x="188" y="42"/>
                      <a:pt x="188" y="42"/>
                    </a:cubicBezTo>
                    <a:cubicBezTo>
                      <a:pt x="183" y="56"/>
                      <a:pt x="188" y="52"/>
                      <a:pt x="178" y="58"/>
                    </a:cubicBezTo>
                    <a:cubicBezTo>
                      <a:pt x="174" y="63"/>
                      <a:pt x="170" y="76"/>
                      <a:pt x="170" y="76"/>
                    </a:cubicBezTo>
                    <a:cubicBezTo>
                      <a:pt x="169" y="100"/>
                      <a:pt x="173" y="110"/>
                      <a:pt x="162" y="126"/>
                    </a:cubicBezTo>
                    <a:cubicBezTo>
                      <a:pt x="150" y="118"/>
                      <a:pt x="155" y="132"/>
                      <a:pt x="144" y="136"/>
                    </a:cubicBezTo>
                    <a:cubicBezTo>
                      <a:pt x="135" y="134"/>
                      <a:pt x="129" y="135"/>
                      <a:pt x="120" y="138"/>
                    </a:cubicBezTo>
                    <a:cubicBezTo>
                      <a:pt x="114" y="129"/>
                      <a:pt x="122" y="127"/>
                      <a:pt x="112" y="124"/>
                    </a:cubicBezTo>
                    <a:cubicBezTo>
                      <a:pt x="108" y="130"/>
                      <a:pt x="108" y="142"/>
                      <a:pt x="102" y="146"/>
                    </a:cubicBezTo>
                    <a:cubicBezTo>
                      <a:pt x="98" y="148"/>
                      <a:pt x="90" y="150"/>
                      <a:pt x="90" y="150"/>
                    </a:cubicBezTo>
                    <a:cubicBezTo>
                      <a:pt x="87" y="141"/>
                      <a:pt x="89" y="135"/>
                      <a:pt x="80" y="132"/>
                    </a:cubicBezTo>
                    <a:cubicBezTo>
                      <a:pt x="68" y="134"/>
                      <a:pt x="65" y="134"/>
                      <a:pt x="58" y="144"/>
                    </a:cubicBezTo>
                    <a:cubicBezTo>
                      <a:pt x="66" y="150"/>
                      <a:pt x="68" y="147"/>
                      <a:pt x="76" y="142"/>
                    </a:cubicBezTo>
                    <a:cubicBezTo>
                      <a:pt x="81" y="146"/>
                      <a:pt x="85" y="155"/>
                      <a:pt x="78" y="160"/>
                    </a:cubicBezTo>
                    <a:cubicBezTo>
                      <a:pt x="75" y="162"/>
                      <a:pt x="62" y="165"/>
                      <a:pt x="58" y="166"/>
                    </a:cubicBezTo>
                    <a:cubicBezTo>
                      <a:pt x="48" y="173"/>
                      <a:pt x="44" y="173"/>
                      <a:pt x="34" y="166"/>
                    </a:cubicBezTo>
                    <a:cubicBezTo>
                      <a:pt x="35" y="162"/>
                      <a:pt x="34" y="158"/>
                      <a:pt x="36" y="154"/>
                    </a:cubicBezTo>
                    <a:cubicBezTo>
                      <a:pt x="38" y="150"/>
                      <a:pt x="55" y="146"/>
                      <a:pt x="46" y="144"/>
                    </a:cubicBezTo>
                    <a:cubicBezTo>
                      <a:pt x="42" y="143"/>
                      <a:pt x="34" y="148"/>
                      <a:pt x="34" y="148"/>
                    </a:cubicBezTo>
                    <a:cubicBezTo>
                      <a:pt x="32" y="155"/>
                      <a:pt x="28" y="159"/>
                      <a:pt x="26" y="166"/>
                    </a:cubicBezTo>
                    <a:cubicBezTo>
                      <a:pt x="36" y="182"/>
                      <a:pt x="36" y="173"/>
                      <a:pt x="30" y="190"/>
                    </a:cubicBezTo>
                    <a:cubicBezTo>
                      <a:pt x="28" y="196"/>
                      <a:pt x="14" y="200"/>
                      <a:pt x="14" y="200"/>
                    </a:cubicBezTo>
                    <a:cubicBezTo>
                      <a:pt x="5" y="214"/>
                      <a:pt x="11" y="210"/>
                      <a:pt x="0" y="214"/>
                    </a:cubicBezTo>
                    <a:cubicBezTo>
                      <a:pt x="2" y="202"/>
                      <a:pt x="5" y="198"/>
                      <a:pt x="8" y="188"/>
                    </a:cubicBezTo>
                    <a:cubicBezTo>
                      <a:pt x="6" y="178"/>
                      <a:pt x="3" y="173"/>
                      <a:pt x="0" y="164"/>
                    </a:cubicBezTo>
                    <a:cubicBezTo>
                      <a:pt x="3" y="156"/>
                      <a:pt x="7" y="157"/>
                      <a:pt x="14" y="152"/>
                    </a:cubicBezTo>
                    <a:cubicBezTo>
                      <a:pt x="18" y="141"/>
                      <a:pt x="23" y="140"/>
                      <a:pt x="32" y="134"/>
                    </a:cubicBezTo>
                    <a:cubicBezTo>
                      <a:pt x="37" y="127"/>
                      <a:pt x="37" y="123"/>
                      <a:pt x="44" y="118"/>
                    </a:cubicBezTo>
                    <a:cubicBezTo>
                      <a:pt x="64" y="121"/>
                      <a:pt x="55" y="122"/>
                      <a:pt x="72" y="116"/>
                    </a:cubicBezTo>
                    <a:cubicBezTo>
                      <a:pt x="76" y="115"/>
                      <a:pt x="84" y="112"/>
                      <a:pt x="84" y="112"/>
                    </a:cubicBezTo>
                    <a:cubicBezTo>
                      <a:pt x="105" y="119"/>
                      <a:pt x="97" y="84"/>
                      <a:pt x="114" y="78"/>
                    </a:cubicBezTo>
                    <a:cubicBezTo>
                      <a:pt x="117" y="87"/>
                      <a:pt x="110" y="89"/>
                      <a:pt x="120" y="92"/>
                    </a:cubicBezTo>
                    <a:cubicBezTo>
                      <a:pt x="125" y="85"/>
                      <a:pt x="125" y="81"/>
                      <a:pt x="132" y="76"/>
                    </a:cubicBezTo>
                    <a:cubicBezTo>
                      <a:pt x="138" y="68"/>
                      <a:pt x="146" y="65"/>
                      <a:pt x="150" y="54"/>
                    </a:cubicBezTo>
                    <a:cubicBezTo>
                      <a:pt x="151" y="50"/>
                      <a:pt x="154" y="42"/>
                      <a:pt x="154" y="42"/>
                    </a:cubicBezTo>
                    <a:cubicBezTo>
                      <a:pt x="152" y="41"/>
                      <a:pt x="148" y="40"/>
                      <a:pt x="148" y="38"/>
                    </a:cubicBezTo>
                    <a:cubicBezTo>
                      <a:pt x="148" y="36"/>
                      <a:pt x="161" y="33"/>
                      <a:pt x="152" y="32"/>
                    </a:cubicBezTo>
                    <a:lnTo>
                      <a:pt x="158" y="2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Freeform 64"/>
              <p:cNvSpPr>
                <a:spLocks/>
              </p:cNvSpPr>
              <p:nvPr userDrawn="1"/>
            </p:nvSpPr>
            <p:spPr bwMode="ltGray">
              <a:xfrm>
                <a:off x="2677" y="233"/>
                <a:ext cx="14" cy="10"/>
              </a:xfrm>
              <a:custGeom>
                <a:avLst/>
                <a:gdLst>
                  <a:gd name="T0" fmla="*/ 0 w 13"/>
                  <a:gd name="T1" fmla="*/ 3 h 13"/>
                  <a:gd name="T2" fmla="*/ 4 w 13"/>
                  <a:gd name="T3" fmla="*/ 5 h 13"/>
                  <a:gd name="T4" fmla="*/ 0 w 13"/>
                  <a:gd name="T5" fmla="*/ 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3">
                    <a:moveTo>
                      <a:pt x="0" y="9"/>
                    </a:moveTo>
                    <a:cubicBezTo>
                      <a:pt x="6" y="0"/>
                      <a:pt x="13" y="7"/>
                      <a:pt x="4" y="13"/>
                    </a:cubicBezTo>
                    <a:cubicBezTo>
                      <a:pt x="0" y="6"/>
                      <a:pt x="0" y="5"/>
                      <a:pt x="0" y="9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Freeform 65"/>
              <p:cNvSpPr>
                <a:spLocks/>
              </p:cNvSpPr>
              <p:nvPr userDrawn="1"/>
            </p:nvSpPr>
            <p:spPr bwMode="ltGray">
              <a:xfrm>
                <a:off x="1627" y="353"/>
                <a:ext cx="813" cy="462"/>
              </a:xfrm>
              <a:custGeom>
                <a:avLst/>
                <a:gdLst>
                  <a:gd name="T0" fmla="*/ 816 w 812"/>
                  <a:gd name="T1" fmla="*/ 11 h 564"/>
                  <a:gd name="T2" fmla="*/ 782 w 812"/>
                  <a:gd name="T3" fmla="*/ 35 h 564"/>
                  <a:gd name="T4" fmla="*/ 752 w 812"/>
                  <a:gd name="T5" fmla="*/ 55 h 564"/>
                  <a:gd name="T6" fmla="*/ 726 w 812"/>
                  <a:gd name="T7" fmla="*/ 64 h 564"/>
                  <a:gd name="T8" fmla="*/ 638 w 812"/>
                  <a:gd name="T9" fmla="*/ 80 h 564"/>
                  <a:gd name="T10" fmla="*/ 636 w 812"/>
                  <a:gd name="T11" fmla="*/ 95 h 564"/>
                  <a:gd name="T12" fmla="*/ 608 w 812"/>
                  <a:gd name="T13" fmla="*/ 103 h 564"/>
                  <a:gd name="T14" fmla="*/ 624 w 812"/>
                  <a:gd name="T15" fmla="*/ 80 h 564"/>
                  <a:gd name="T16" fmla="*/ 580 w 812"/>
                  <a:gd name="T17" fmla="*/ 84 h 564"/>
                  <a:gd name="T18" fmla="*/ 560 w 812"/>
                  <a:gd name="T19" fmla="*/ 98 h 564"/>
                  <a:gd name="T20" fmla="*/ 600 w 812"/>
                  <a:gd name="T21" fmla="*/ 126 h 564"/>
                  <a:gd name="T22" fmla="*/ 598 w 812"/>
                  <a:gd name="T23" fmla="*/ 165 h 564"/>
                  <a:gd name="T24" fmla="*/ 546 w 812"/>
                  <a:gd name="T25" fmla="*/ 183 h 564"/>
                  <a:gd name="T26" fmla="*/ 526 w 812"/>
                  <a:gd name="T27" fmla="*/ 174 h 564"/>
                  <a:gd name="T28" fmla="*/ 486 w 812"/>
                  <a:gd name="T29" fmla="*/ 156 h 564"/>
                  <a:gd name="T30" fmla="*/ 466 w 812"/>
                  <a:gd name="T31" fmla="*/ 156 h 564"/>
                  <a:gd name="T32" fmla="*/ 454 w 812"/>
                  <a:gd name="T33" fmla="*/ 178 h 564"/>
                  <a:gd name="T34" fmla="*/ 504 w 812"/>
                  <a:gd name="T35" fmla="*/ 209 h 564"/>
                  <a:gd name="T36" fmla="*/ 514 w 812"/>
                  <a:gd name="T37" fmla="*/ 236 h 564"/>
                  <a:gd name="T38" fmla="*/ 530 w 812"/>
                  <a:gd name="T39" fmla="*/ 252 h 564"/>
                  <a:gd name="T40" fmla="*/ 496 w 812"/>
                  <a:gd name="T41" fmla="*/ 245 h 564"/>
                  <a:gd name="T42" fmla="*/ 474 w 812"/>
                  <a:gd name="T43" fmla="*/ 233 h 564"/>
                  <a:gd name="T44" fmla="*/ 426 w 812"/>
                  <a:gd name="T45" fmla="*/ 191 h 564"/>
                  <a:gd name="T46" fmla="*/ 430 w 812"/>
                  <a:gd name="T47" fmla="*/ 139 h 564"/>
                  <a:gd name="T48" fmla="*/ 426 w 812"/>
                  <a:gd name="T49" fmla="*/ 120 h 564"/>
                  <a:gd name="T50" fmla="*/ 416 w 812"/>
                  <a:gd name="T51" fmla="*/ 125 h 564"/>
                  <a:gd name="T52" fmla="*/ 386 w 812"/>
                  <a:gd name="T53" fmla="*/ 120 h 564"/>
                  <a:gd name="T54" fmla="*/ 360 w 812"/>
                  <a:gd name="T55" fmla="*/ 76 h 564"/>
                  <a:gd name="T56" fmla="*/ 330 w 812"/>
                  <a:gd name="T57" fmla="*/ 75 h 564"/>
                  <a:gd name="T58" fmla="*/ 288 w 812"/>
                  <a:gd name="T59" fmla="*/ 78 h 564"/>
                  <a:gd name="T60" fmla="*/ 242 w 812"/>
                  <a:gd name="T61" fmla="*/ 105 h 564"/>
                  <a:gd name="T62" fmla="*/ 196 w 812"/>
                  <a:gd name="T63" fmla="*/ 120 h 564"/>
                  <a:gd name="T64" fmla="*/ 184 w 812"/>
                  <a:gd name="T65" fmla="*/ 123 h 564"/>
                  <a:gd name="T66" fmla="*/ 160 w 812"/>
                  <a:gd name="T67" fmla="*/ 147 h 564"/>
                  <a:gd name="T68" fmla="*/ 152 w 812"/>
                  <a:gd name="T69" fmla="*/ 160 h 564"/>
                  <a:gd name="T70" fmla="*/ 128 w 812"/>
                  <a:gd name="T71" fmla="*/ 182 h 564"/>
                  <a:gd name="T72" fmla="*/ 94 w 812"/>
                  <a:gd name="T73" fmla="*/ 176 h 564"/>
                  <a:gd name="T74" fmla="*/ 66 w 812"/>
                  <a:gd name="T75" fmla="*/ 116 h 564"/>
                  <a:gd name="T76" fmla="*/ 72 w 812"/>
                  <a:gd name="T77" fmla="*/ 70 h 564"/>
                  <a:gd name="T78" fmla="*/ 44 w 812"/>
                  <a:gd name="T79" fmla="*/ 80 h 564"/>
                  <a:gd name="T80" fmla="*/ 20 w 812"/>
                  <a:gd name="T81" fmla="*/ 68 h 564"/>
                  <a:gd name="T82" fmla="*/ 24 w 812"/>
                  <a:gd name="T83" fmla="*/ 62 h 564"/>
                  <a:gd name="T84" fmla="*/ 0 w 812"/>
                  <a:gd name="T85" fmla="*/ 41 h 564"/>
                  <a:gd name="T86" fmla="*/ 802 w 812"/>
                  <a:gd name="T87" fmla="*/ 2 h 56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812" h="564">
                    <a:moveTo>
                      <a:pt x="798" y="6"/>
                    </a:moveTo>
                    <a:cubicBezTo>
                      <a:pt x="801" y="15"/>
                      <a:pt x="809" y="16"/>
                      <a:pt x="812" y="26"/>
                    </a:cubicBezTo>
                    <a:cubicBezTo>
                      <a:pt x="809" y="36"/>
                      <a:pt x="801" y="41"/>
                      <a:pt x="796" y="50"/>
                    </a:cubicBezTo>
                    <a:cubicBezTo>
                      <a:pt x="791" y="61"/>
                      <a:pt x="788" y="71"/>
                      <a:pt x="778" y="78"/>
                    </a:cubicBezTo>
                    <a:cubicBezTo>
                      <a:pt x="773" y="85"/>
                      <a:pt x="771" y="88"/>
                      <a:pt x="774" y="96"/>
                    </a:cubicBezTo>
                    <a:cubicBezTo>
                      <a:pt x="767" y="107"/>
                      <a:pt x="758" y="114"/>
                      <a:pt x="748" y="122"/>
                    </a:cubicBezTo>
                    <a:cubicBezTo>
                      <a:pt x="744" y="125"/>
                      <a:pt x="736" y="130"/>
                      <a:pt x="736" y="130"/>
                    </a:cubicBezTo>
                    <a:cubicBezTo>
                      <a:pt x="740" y="141"/>
                      <a:pt x="731" y="140"/>
                      <a:pt x="722" y="142"/>
                    </a:cubicBezTo>
                    <a:cubicBezTo>
                      <a:pt x="716" y="148"/>
                      <a:pt x="712" y="151"/>
                      <a:pt x="704" y="154"/>
                    </a:cubicBezTo>
                    <a:cubicBezTo>
                      <a:pt x="686" y="150"/>
                      <a:pt x="650" y="169"/>
                      <a:pt x="634" y="180"/>
                    </a:cubicBezTo>
                    <a:cubicBezTo>
                      <a:pt x="636" y="189"/>
                      <a:pt x="631" y="193"/>
                      <a:pt x="640" y="196"/>
                    </a:cubicBezTo>
                    <a:cubicBezTo>
                      <a:pt x="643" y="205"/>
                      <a:pt x="640" y="207"/>
                      <a:pt x="632" y="210"/>
                    </a:cubicBezTo>
                    <a:cubicBezTo>
                      <a:pt x="626" y="219"/>
                      <a:pt x="623" y="226"/>
                      <a:pt x="614" y="232"/>
                    </a:cubicBezTo>
                    <a:cubicBezTo>
                      <a:pt x="611" y="231"/>
                      <a:pt x="606" y="233"/>
                      <a:pt x="604" y="230"/>
                    </a:cubicBezTo>
                    <a:cubicBezTo>
                      <a:pt x="599" y="220"/>
                      <a:pt x="610" y="199"/>
                      <a:pt x="620" y="196"/>
                    </a:cubicBezTo>
                    <a:cubicBezTo>
                      <a:pt x="623" y="187"/>
                      <a:pt x="617" y="187"/>
                      <a:pt x="620" y="178"/>
                    </a:cubicBezTo>
                    <a:cubicBezTo>
                      <a:pt x="617" y="164"/>
                      <a:pt x="609" y="168"/>
                      <a:pt x="598" y="172"/>
                    </a:cubicBezTo>
                    <a:cubicBezTo>
                      <a:pt x="592" y="180"/>
                      <a:pt x="585" y="185"/>
                      <a:pt x="576" y="188"/>
                    </a:cubicBezTo>
                    <a:cubicBezTo>
                      <a:pt x="572" y="194"/>
                      <a:pt x="568" y="200"/>
                      <a:pt x="564" y="206"/>
                    </a:cubicBezTo>
                    <a:cubicBezTo>
                      <a:pt x="561" y="210"/>
                      <a:pt x="556" y="218"/>
                      <a:pt x="556" y="218"/>
                    </a:cubicBezTo>
                    <a:cubicBezTo>
                      <a:pt x="558" y="234"/>
                      <a:pt x="559" y="243"/>
                      <a:pt x="572" y="252"/>
                    </a:cubicBezTo>
                    <a:cubicBezTo>
                      <a:pt x="579" y="262"/>
                      <a:pt x="586" y="273"/>
                      <a:pt x="596" y="280"/>
                    </a:cubicBezTo>
                    <a:cubicBezTo>
                      <a:pt x="598" y="286"/>
                      <a:pt x="602" y="298"/>
                      <a:pt x="602" y="298"/>
                    </a:cubicBezTo>
                    <a:cubicBezTo>
                      <a:pt x="601" y="308"/>
                      <a:pt x="599" y="361"/>
                      <a:pt x="594" y="368"/>
                    </a:cubicBezTo>
                    <a:cubicBezTo>
                      <a:pt x="590" y="374"/>
                      <a:pt x="576" y="378"/>
                      <a:pt x="570" y="382"/>
                    </a:cubicBezTo>
                    <a:cubicBezTo>
                      <a:pt x="563" y="393"/>
                      <a:pt x="550" y="396"/>
                      <a:pt x="542" y="406"/>
                    </a:cubicBezTo>
                    <a:cubicBezTo>
                      <a:pt x="536" y="413"/>
                      <a:pt x="539" y="417"/>
                      <a:pt x="530" y="420"/>
                    </a:cubicBezTo>
                    <a:cubicBezTo>
                      <a:pt x="526" y="408"/>
                      <a:pt x="538" y="391"/>
                      <a:pt x="522" y="386"/>
                    </a:cubicBezTo>
                    <a:cubicBezTo>
                      <a:pt x="516" y="377"/>
                      <a:pt x="510" y="364"/>
                      <a:pt x="502" y="356"/>
                    </a:cubicBezTo>
                    <a:cubicBezTo>
                      <a:pt x="497" y="341"/>
                      <a:pt x="505" y="360"/>
                      <a:pt x="482" y="348"/>
                    </a:cubicBezTo>
                    <a:cubicBezTo>
                      <a:pt x="478" y="346"/>
                      <a:pt x="478" y="339"/>
                      <a:pt x="474" y="336"/>
                    </a:cubicBezTo>
                    <a:cubicBezTo>
                      <a:pt x="470" y="323"/>
                      <a:pt x="466" y="342"/>
                      <a:pt x="462" y="348"/>
                    </a:cubicBezTo>
                    <a:cubicBezTo>
                      <a:pt x="460" y="358"/>
                      <a:pt x="456" y="363"/>
                      <a:pt x="454" y="374"/>
                    </a:cubicBezTo>
                    <a:cubicBezTo>
                      <a:pt x="457" y="383"/>
                      <a:pt x="455" y="387"/>
                      <a:pt x="450" y="394"/>
                    </a:cubicBezTo>
                    <a:cubicBezTo>
                      <a:pt x="454" y="399"/>
                      <a:pt x="464" y="411"/>
                      <a:pt x="466" y="418"/>
                    </a:cubicBezTo>
                    <a:cubicBezTo>
                      <a:pt x="474" y="443"/>
                      <a:pt x="472" y="458"/>
                      <a:pt x="500" y="464"/>
                    </a:cubicBezTo>
                    <a:cubicBezTo>
                      <a:pt x="507" y="469"/>
                      <a:pt x="510" y="474"/>
                      <a:pt x="516" y="480"/>
                    </a:cubicBezTo>
                    <a:cubicBezTo>
                      <a:pt x="511" y="494"/>
                      <a:pt x="513" y="509"/>
                      <a:pt x="510" y="524"/>
                    </a:cubicBezTo>
                    <a:cubicBezTo>
                      <a:pt x="512" y="537"/>
                      <a:pt x="511" y="541"/>
                      <a:pt x="522" y="548"/>
                    </a:cubicBezTo>
                    <a:cubicBezTo>
                      <a:pt x="523" y="552"/>
                      <a:pt x="525" y="556"/>
                      <a:pt x="526" y="560"/>
                    </a:cubicBezTo>
                    <a:cubicBezTo>
                      <a:pt x="527" y="564"/>
                      <a:pt x="514" y="556"/>
                      <a:pt x="514" y="556"/>
                    </a:cubicBezTo>
                    <a:cubicBezTo>
                      <a:pt x="502" y="564"/>
                      <a:pt x="501" y="551"/>
                      <a:pt x="492" y="544"/>
                    </a:cubicBezTo>
                    <a:cubicBezTo>
                      <a:pt x="488" y="541"/>
                      <a:pt x="480" y="536"/>
                      <a:pt x="480" y="536"/>
                    </a:cubicBezTo>
                    <a:cubicBezTo>
                      <a:pt x="471" y="522"/>
                      <a:pt x="474" y="529"/>
                      <a:pt x="470" y="518"/>
                    </a:cubicBezTo>
                    <a:cubicBezTo>
                      <a:pt x="467" y="491"/>
                      <a:pt x="461" y="446"/>
                      <a:pt x="436" y="430"/>
                    </a:cubicBezTo>
                    <a:cubicBezTo>
                      <a:pt x="428" y="433"/>
                      <a:pt x="425" y="433"/>
                      <a:pt x="422" y="424"/>
                    </a:cubicBezTo>
                    <a:cubicBezTo>
                      <a:pt x="427" y="404"/>
                      <a:pt x="432" y="383"/>
                      <a:pt x="438" y="364"/>
                    </a:cubicBezTo>
                    <a:cubicBezTo>
                      <a:pt x="436" y="343"/>
                      <a:pt x="431" y="330"/>
                      <a:pt x="426" y="310"/>
                    </a:cubicBezTo>
                    <a:cubicBezTo>
                      <a:pt x="429" y="302"/>
                      <a:pt x="425" y="300"/>
                      <a:pt x="422" y="292"/>
                    </a:cubicBezTo>
                    <a:cubicBezTo>
                      <a:pt x="424" y="282"/>
                      <a:pt x="428" y="277"/>
                      <a:pt x="422" y="268"/>
                    </a:cubicBezTo>
                    <a:cubicBezTo>
                      <a:pt x="420" y="269"/>
                      <a:pt x="418" y="269"/>
                      <a:pt x="416" y="270"/>
                    </a:cubicBezTo>
                    <a:cubicBezTo>
                      <a:pt x="414" y="272"/>
                      <a:pt x="414" y="275"/>
                      <a:pt x="412" y="276"/>
                    </a:cubicBezTo>
                    <a:cubicBezTo>
                      <a:pt x="408" y="278"/>
                      <a:pt x="400" y="280"/>
                      <a:pt x="400" y="280"/>
                    </a:cubicBezTo>
                    <a:cubicBezTo>
                      <a:pt x="394" y="274"/>
                      <a:pt x="389" y="274"/>
                      <a:pt x="386" y="266"/>
                    </a:cubicBezTo>
                    <a:cubicBezTo>
                      <a:pt x="391" y="251"/>
                      <a:pt x="379" y="206"/>
                      <a:pt x="364" y="196"/>
                    </a:cubicBezTo>
                    <a:cubicBezTo>
                      <a:pt x="357" y="186"/>
                      <a:pt x="358" y="182"/>
                      <a:pt x="360" y="170"/>
                    </a:cubicBezTo>
                    <a:cubicBezTo>
                      <a:pt x="358" y="160"/>
                      <a:pt x="356" y="147"/>
                      <a:pt x="346" y="144"/>
                    </a:cubicBezTo>
                    <a:cubicBezTo>
                      <a:pt x="343" y="154"/>
                      <a:pt x="338" y="160"/>
                      <a:pt x="330" y="166"/>
                    </a:cubicBezTo>
                    <a:cubicBezTo>
                      <a:pt x="323" y="164"/>
                      <a:pt x="308" y="160"/>
                      <a:pt x="308" y="160"/>
                    </a:cubicBezTo>
                    <a:cubicBezTo>
                      <a:pt x="296" y="162"/>
                      <a:pt x="297" y="166"/>
                      <a:pt x="288" y="172"/>
                    </a:cubicBezTo>
                    <a:cubicBezTo>
                      <a:pt x="284" y="185"/>
                      <a:pt x="282" y="191"/>
                      <a:pt x="268" y="196"/>
                    </a:cubicBezTo>
                    <a:cubicBezTo>
                      <a:pt x="264" y="200"/>
                      <a:pt x="243" y="231"/>
                      <a:pt x="242" y="232"/>
                    </a:cubicBezTo>
                    <a:cubicBezTo>
                      <a:pt x="231" y="239"/>
                      <a:pt x="215" y="247"/>
                      <a:pt x="206" y="256"/>
                    </a:cubicBezTo>
                    <a:cubicBezTo>
                      <a:pt x="202" y="260"/>
                      <a:pt x="200" y="265"/>
                      <a:pt x="196" y="268"/>
                    </a:cubicBezTo>
                    <a:cubicBezTo>
                      <a:pt x="194" y="269"/>
                      <a:pt x="192" y="269"/>
                      <a:pt x="190" y="270"/>
                    </a:cubicBezTo>
                    <a:cubicBezTo>
                      <a:pt x="188" y="271"/>
                      <a:pt x="186" y="272"/>
                      <a:pt x="184" y="274"/>
                    </a:cubicBezTo>
                    <a:cubicBezTo>
                      <a:pt x="180" y="278"/>
                      <a:pt x="172" y="286"/>
                      <a:pt x="172" y="286"/>
                    </a:cubicBezTo>
                    <a:cubicBezTo>
                      <a:pt x="167" y="300"/>
                      <a:pt x="165" y="314"/>
                      <a:pt x="160" y="328"/>
                    </a:cubicBezTo>
                    <a:cubicBezTo>
                      <a:pt x="158" y="335"/>
                      <a:pt x="156" y="341"/>
                      <a:pt x="154" y="348"/>
                    </a:cubicBezTo>
                    <a:cubicBezTo>
                      <a:pt x="153" y="350"/>
                      <a:pt x="152" y="354"/>
                      <a:pt x="152" y="354"/>
                    </a:cubicBezTo>
                    <a:cubicBezTo>
                      <a:pt x="152" y="359"/>
                      <a:pt x="156" y="384"/>
                      <a:pt x="146" y="392"/>
                    </a:cubicBezTo>
                    <a:cubicBezTo>
                      <a:pt x="141" y="397"/>
                      <a:pt x="128" y="404"/>
                      <a:pt x="128" y="404"/>
                    </a:cubicBezTo>
                    <a:cubicBezTo>
                      <a:pt x="125" y="412"/>
                      <a:pt x="122" y="421"/>
                      <a:pt x="114" y="424"/>
                    </a:cubicBezTo>
                    <a:cubicBezTo>
                      <a:pt x="100" y="419"/>
                      <a:pt x="97" y="405"/>
                      <a:pt x="94" y="392"/>
                    </a:cubicBezTo>
                    <a:cubicBezTo>
                      <a:pt x="86" y="362"/>
                      <a:pt x="82" y="332"/>
                      <a:pt x="72" y="302"/>
                    </a:cubicBezTo>
                    <a:cubicBezTo>
                      <a:pt x="71" y="281"/>
                      <a:pt x="70" y="275"/>
                      <a:pt x="66" y="258"/>
                    </a:cubicBezTo>
                    <a:cubicBezTo>
                      <a:pt x="66" y="251"/>
                      <a:pt x="68" y="219"/>
                      <a:pt x="64" y="208"/>
                    </a:cubicBezTo>
                    <a:cubicBezTo>
                      <a:pt x="70" y="191"/>
                      <a:pt x="66" y="173"/>
                      <a:pt x="72" y="156"/>
                    </a:cubicBezTo>
                    <a:cubicBezTo>
                      <a:pt x="66" y="139"/>
                      <a:pt x="60" y="168"/>
                      <a:pt x="56" y="172"/>
                    </a:cubicBezTo>
                    <a:cubicBezTo>
                      <a:pt x="53" y="175"/>
                      <a:pt x="44" y="180"/>
                      <a:pt x="44" y="180"/>
                    </a:cubicBezTo>
                    <a:cubicBezTo>
                      <a:pt x="35" y="177"/>
                      <a:pt x="28" y="173"/>
                      <a:pt x="24" y="162"/>
                    </a:cubicBezTo>
                    <a:cubicBezTo>
                      <a:pt x="23" y="158"/>
                      <a:pt x="20" y="150"/>
                      <a:pt x="20" y="150"/>
                    </a:cubicBezTo>
                    <a:cubicBezTo>
                      <a:pt x="30" y="148"/>
                      <a:pt x="30" y="143"/>
                      <a:pt x="38" y="138"/>
                    </a:cubicBezTo>
                    <a:cubicBezTo>
                      <a:pt x="35" y="128"/>
                      <a:pt x="31" y="133"/>
                      <a:pt x="24" y="138"/>
                    </a:cubicBezTo>
                    <a:cubicBezTo>
                      <a:pt x="15" y="135"/>
                      <a:pt x="15" y="132"/>
                      <a:pt x="18" y="124"/>
                    </a:cubicBezTo>
                    <a:cubicBezTo>
                      <a:pt x="11" y="114"/>
                      <a:pt x="9" y="101"/>
                      <a:pt x="0" y="92"/>
                    </a:cubicBezTo>
                    <a:lnTo>
                      <a:pt x="76" y="0"/>
                    </a:lnTo>
                    <a:lnTo>
                      <a:pt x="798" y="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Freeform 66"/>
              <p:cNvSpPr>
                <a:spLocks/>
              </p:cNvSpPr>
              <p:nvPr userDrawn="1"/>
            </p:nvSpPr>
            <p:spPr bwMode="ltGray">
              <a:xfrm>
                <a:off x="1770" y="671"/>
                <a:ext cx="45" cy="71"/>
              </a:xfrm>
              <a:custGeom>
                <a:avLst/>
                <a:gdLst>
                  <a:gd name="T0" fmla="*/ 7 w 43"/>
                  <a:gd name="T1" fmla="*/ 6 h 85"/>
                  <a:gd name="T2" fmla="*/ 21 w 43"/>
                  <a:gd name="T3" fmla="*/ 3 h 85"/>
                  <a:gd name="T4" fmla="*/ 45 w 43"/>
                  <a:gd name="T5" fmla="*/ 16 h 85"/>
                  <a:gd name="T6" fmla="*/ 23 w 43"/>
                  <a:gd name="T7" fmla="*/ 41 h 85"/>
                  <a:gd name="T8" fmla="*/ 1 w 43"/>
                  <a:gd name="T9" fmla="*/ 33 h 85"/>
                  <a:gd name="T10" fmla="*/ 7 w 43"/>
                  <a:gd name="T11" fmla="*/ 6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85">
                    <a:moveTo>
                      <a:pt x="7" y="11"/>
                    </a:moveTo>
                    <a:cubicBezTo>
                      <a:pt x="4" y="2"/>
                      <a:pt x="9" y="0"/>
                      <a:pt x="17" y="3"/>
                    </a:cubicBezTo>
                    <a:cubicBezTo>
                      <a:pt x="24" y="13"/>
                      <a:pt x="28" y="24"/>
                      <a:pt x="37" y="33"/>
                    </a:cubicBezTo>
                    <a:cubicBezTo>
                      <a:pt x="43" y="52"/>
                      <a:pt x="40" y="78"/>
                      <a:pt x="19" y="85"/>
                    </a:cubicBezTo>
                    <a:cubicBezTo>
                      <a:pt x="6" y="81"/>
                      <a:pt x="5" y="81"/>
                      <a:pt x="1" y="69"/>
                    </a:cubicBezTo>
                    <a:cubicBezTo>
                      <a:pt x="2" y="66"/>
                      <a:pt x="0" y="4"/>
                      <a:pt x="7" y="1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Freeform 67"/>
              <p:cNvSpPr>
                <a:spLocks/>
              </p:cNvSpPr>
              <p:nvPr userDrawn="1"/>
            </p:nvSpPr>
            <p:spPr bwMode="ltGray">
              <a:xfrm>
                <a:off x="2394" y="431"/>
                <a:ext cx="42" cy="59"/>
              </a:xfrm>
              <a:custGeom>
                <a:avLst/>
                <a:gdLst>
                  <a:gd name="T0" fmla="*/ 11 w 44"/>
                  <a:gd name="T1" fmla="*/ 11 h 74"/>
                  <a:gd name="T2" fmla="*/ 25 w 44"/>
                  <a:gd name="T3" fmla="*/ 2 h 74"/>
                  <a:gd name="T4" fmla="*/ 35 w 44"/>
                  <a:gd name="T5" fmla="*/ 2 h 74"/>
                  <a:gd name="T6" fmla="*/ 32 w 44"/>
                  <a:gd name="T7" fmla="*/ 11 h 74"/>
                  <a:gd name="T8" fmla="*/ 11 w 44"/>
                  <a:gd name="T9" fmla="*/ 30 h 74"/>
                  <a:gd name="T10" fmla="*/ 7 w 44"/>
                  <a:gd name="T11" fmla="*/ 24 h 74"/>
                  <a:gd name="T12" fmla="*/ 3 w 44"/>
                  <a:gd name="T13" fmla="*/ 14 h 74"/>
                  <a:gd name="T14" fmla="*/ 11 w 44"/>
                  <a:gd name="T15" fmla="*/ 11 h 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" h="74">
                    <a:moveTo>
                      <a:pt x="13" y="28"/>
                    </a:moveTo>
                    <a:cubicBezTo>
                      <a:pt x="15" y="13"/>
                      <a:pt x="14" y="7"/>
                      <a:pt x="29" y="2"/>
                    </a:cubicBezTo>
                    <a:cubicBezTo>
                      <a:pt x="34" y="3"/>
                      <a:pt x="40" y="0"/>
                      <a:pt x="43" y="4"/>
                    </a:cubicBezTo>
                    <a:cubicBezTo>
                      <a:pt x="44" y="6"/>
                      <a:pt x="41" y="21"/>
                      <a:pt x="39" y="26"/>
                    </a:cubicBezTo>
                    <a:cubicBezTo>
                      <a:pt x="31" y="43"/>
                      <a:pt x="30" y="63"/>
                      <a:pt x="13" y="74"/>
                    </a:cubicBezTo>
                    <a:cubicBezTo>
                      <a:pt x="4" y="71"/>
                      <a:pt x="4" y="68"/>
                      <a:pt x="7" y="60"/>
                    </a:cubicBezTo>
                    <a:cubicBezTo>
                      <a:pt x="5" y="50"/>
                      <a:pt x="0" y="46"/>
                      <a:pt x="3" y="36"/>
                    </a:cubicBezTo>
                    <a:cubicBezTo>
                      <a:pt x="4" y="32"/>
                      <a:pt x="8" y="23"/>
                      <a:pt x="13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Freeform 68"/>
              <p:cNvSpPr>
                <a:spLocks/>
              </p:cNvSpPr>
              <p:nvPr userDrawn="1"/>
            </p:nvSpPr>
            <p:spPr bwMode="ltGray">
              <a:xfrm>
                <a:off x="2513" y="402"/>
                <a:ext cx="21" cy="24"/>
              </a:xfrm>
              <a:custGeom>
                <a:avLst/>
                <a:gdLst>
                  <a:gd name="T0" fmla="*/ 7 w 20"/>
                  <a:gd name="T1" fmla="*/ 6 h 30"/>
                  <a:gd name="T2" fmla="*/ 5 w 20"/>
                  <a:gd name="T3" fmla="*/ 12 h 30"/>
                  <a:gd name="T4" fmla="*/ 7 w 20"/>
                  <a:gd name="T5" fmla="*/ 6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30">
                    <a:moveTo>
                      <a:pt x="7" y="16"/>
                    </a:moveTo>
                    <a:cubicBezTo>
                      <a:pt x="18" y="0"/>
                      <a:pt x="20" y="20"/>
                      <a:pt x="5" y="30"/>
                    </a:cubicBezTo>
                    <a:cubicBezTo>
                      <a:pt x="0" y="23"/>
                      <a:pt x="1" y="22"/>
                      <a:pt x="7" y="1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Freeform 69"/>
              <p:cNvSpPr>
                <a:spLocks/>
              </p:cNvSpPr>
              <p:nvPr userDrawn="1"/>
            </p:nvSpPr>
            <p:spPr bwMode="ltGray">
              <a:xfrm>
                <a:off x="333" y="169"/>
                <a:ext cx="1015" cy="866"/>
              </a:xfrm>
              <a:custGeom>
                <a:avLst/>
                <a:gdLst>
                  <a:gd name="T0" fmla="*/ 2360 w 682"/>
                  <a:gd name="T1" fmla="*/ 2710 h 557"/>
                  <a:gd name="T2" fmla="*/ 2383 w 682"/>
                  <a:gd name="T3" fmla="*/ 2635 h 557"/>
                  <a:gd name="T4" fmla="*/ 2453 w 682"/>
                  <a:gd name="T5" fmla="*/ 2413 h 557"/>
                  <a:gd name="T6" fmla="*/ 1517 w 682"/>
                  <a:gd name="T7" fmla="*/ 1674 h 557"/>
                  <a:gd name="T8" fmla="*/ 1384 w 682"/>
                  <a:gd name="T9" fmla="*/ 2021 h 557"/>
                  <a:gd name="T10" fmla="*/ 1487 w 682"/>
                  <a:gd name="T11" fmla="*/ 3246 h 557"/>
                  <a:gd name="T12" fmla="*/ 1384 w 682"/>
                  <a:gd name="T13" fmla="*/ 2886 h 557"/>
                  <a:gd name="T14" fmla="*/ 1188 w 682"/>
                  <a:gd name="T15" fmla="*/ 2567 h 557"/>
                  <a:gd name="T16" fmla="*/ 1203 w 682"/>
                  <a:gd name="T17" fmla="*/ 2413 h 557"/>
                  <a:gd name="T18" fmla="*/ 1214 w 682"/>
                  <a:gd name="T19" fmla="*/ 2304 h 557"/>
                  <a:gd name="T20" fmla="*/ 1079 w 682"/>
                  <a:gd name="T21" fmla="*/ 2191 h 557"/>
                  <a:gd name="T22" fmla="*/ 952 w 682"/>
                  <a:gd name="T23" fmla="*/ 2021 h 557"/>
                  <a:gd name="T24" fmla="*/ 725 w 682"/>
                  <a:gd name="T25" fmla="*/ 2066 h 557"/>
                  <a:gd name="T26" fmla="*/ 621 w 682"/>
                  <a:gd name="T27" fmla="*/ 2132 h 557"/>
                  <a:gd name="T28" fmla="*/ 382 w 682"/>
                  <a:gd name="T29" fmla="*/ 2132 h 557"/>
                  <a:gd name="T30" fmla="*/ 109 w 682"/>
                  <a:gd name="T31" fmla="*/ 1822 h 557"/>
                  <a:gd name="T32" fmla="*/ 54 w 682"/>
                  <a:gd name="T33" fmla="*/ 1726 h 557"/>
                  <a:gd name="T34" fmla="*/ 0 w 682"/>
                  <a:gd name="T35" fmla="*/ 1539 h 557"/>
                  <a:gd name="T36" fmla="*/ 119 w 682"/>
                  <a:gd name="T37" fmla="*/ 1245 h 557"/>
                  <a:gd name="T38" fmla="*/ 158 w 682"/>
                  <a:gd name="T39" fmla="*/ 1056 h 557"/>
                  <a:gd name="T40" fmla="*/ 250 w 682"/>
                  <a:gd name="T41" fmla="*/ 833 h 557"/>
                  <a:gd name="T42" fmla="*/ 399 w 682"/>
                  <a:gd name="T43" fmla="*/ 676 h 557"/>
                  <a:gd name="T44" fmla="*/ 822 w 682"/>
                  <a:gd name="T45" fmla="*/ 392 h 557"/>
                  <a:gd name="T46" fmla="*/ 1079 w 682"/>
                  <a:gd name="T47" fmla="*/ 176 h 557"/>
                  <a:gd name="T48" fmla="*/ 1265 w 682"/>
                  <a:gd name="T49" fmla="*/ 34 h 557"/>
                  <a:gd name="T50" fmla="*/ 1781 w 682"/>
                  <a:gd name="T51" fmla="*/ 12 h 557"/>
                  <a:gd name="T52" fmla="*/ 1951 w 682"/>
                  <a:gd name="T53" fmla="*/ 0 h 557"/>
                  <a:gd name="T54" fmla="*/ 1883 w 682"/>
                  <a:gd name="T55" fmla="*/ 197 h 557"/>
                  <a:gd name="T56" fmla="*/ 2173 w 682"/>
                  <a:gd name="T57" fmla="*/ 493 h 557"/>
                  <a:gd name="T58" fmla="*/ 2439 w 682"/>
                  <a:gd name="T59" fmla="*/ 432 h 557"/>
                  <a:gd name="T60" fmla="*/ 2594 w 682"/>
                  <a:gd name="T61" fmla="*/ 476 h 557"/>
                  <a:gd name="T62" fmla="*/ 2741 w 682"/>
                  <a:gd name="T63" fmla="*/ 567 h 557"/>
                  <a:gd name="T64" fmla="*/ 2807 w 682"/>
                  <a:gd name="T65" fmla="*/ 1098 h 557"/>
                  <a:gd name="T66" fmla="*/ 2807 w 682"/>
                  <a:gd name="T67" fmla="*/ 1402 h 557"/>
                  <a:gd name="T68" fmla="*/ 2936 w 682"/>
                  <a:gd name="T69" fmla="*/ 1653 h 557"/>
                  <a:gd name="T70" fmla="*/ 3166 w 682"/>
                  <a:gd name="T71" fmla="*/ 1752 h 557"/>
                  <a:gd name="T72" fmla="*/ 3335 w 682"/>
                  <a:gd name="T73" fmla="*/ 1726 h 557"/>
                  <a:gd name="T74" fmla="*/ 3256 w 682"/>
                  <a:gd name="T75" fmla="*/ 1987 h 557"/>
                  <a:gd name="T76" fmla="*/ 2936 w 682"/>
                  <a:gd name="T77" fmla="*/ 2379 h 557"/>
                  <a:gd name="T78" fmla="*/ 2689 w 682"/>
                  <a:gd name="T79" fmla="*/ 2833 h 557"/>
                  <a:gd name="T80" fmla="*/ 2727 w 682"/>
                  <a:gd name="T81" fmla="*/ 2968 h 557"/>
                  <a:gd name="T82" fmla="*/ 2133 w 682"/>
                  <a:gd name="T83" fmla="*/ 3246 h 55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682" h="557">
                    <a:moveTo>
                      <a:pt x="435" y="556"/>
                    </a:moveTo>
                    <a:lnTo>
                      <a:pt x="481" y="464"/>
                    </a:lnTo>
                    <a:lnTo>
                      <a:pt x="473" y="449"/>
                    </a:lnTo>
                    <a:lnTo>
                      <a:pt x="486" y="451"/>
                    </a:lnTo>
                    <a:lnTo>
                      <a:pt x="495" y="441"/>
                    </a:lnTo>
                    <a:lnTo>
                      <a:pt x="500" y="413"/>
                    </a:lnTo>
                    <a:lnTo>
                      <a:pt x="500" y="371"/>
                    </a:lnTo>
                    <a:lnTo>
                      <a:pt x="309" y="287"/>
                    </a:lnTo>
                    <a:lnTo>
                      <a:pt x="296" y="308"/>
                    </a:lnTo>
                    <a:lnTo>
                      <a:pt x="282" y="346"/>
                    </a:lnTo>
                    <a:lnTo>
                      <a:pt x="396" y="557"/>
                    </a:lnTo>
                    <a:lnTo>
                      <a:pt x="303" y="556"/>
                    </a:lnTo>
                    <a:lnTo>
                      <a:pt x="304" y="536"/>
                    </a:lnTo>
                    <a:cubicBezTo>
                      <a:pt x="284" y="520"/>
                      <a:pt x="296" y="510"/>
                      <a:pt x="282" y="494"/>
                    </a:cubicBezTo>
                    <a:cubicBezTo>
                      <a:pt x="276" y="475"/>
                      <a:pt x="267" y="468"/>
                      <a:pt x="253" y="451"/>
                    </a:cubicBezTo>
                    <a:cubicBezTo>
                      <a:pt x="249" y="447"/>
                      <a:pt x="245" y="443"/>
                      <a:pt x="242" y="439"/>
                    </a:cubicBezTo>
                    <a:lnTo>
                      <a:pt x="237" y="432"/>
                    </a:lnTo>
                    <a:cubicBezTo>
                      <a:pt x="237" y="432"/>
                      <a:pt x="245" y="413"/>
                      <a:pt x="245" y="413"/>
                    </a:cubicBezTo>
                    <a:cubicBezTo>
                      <a:pt x="247" y="409"/>
                      <a:pt x="250" y="401"/>
                      <a:pt x="250" y="401"/>
                    </a:cubicBezTo>
                    <a:cubicBezTo>
                      <a:pt x="249" y="399"/>
                      <a:pt x="247" y="397"/>
                      <a:pt x="247" y="394"/>
                    </a:cubicBezTo>
                    <a:cubicBezTo>
                      <a:pt x="248" y="390"/>
                      <a:pt x="253" y="382"/>
                      <a:pt x="253" y="382"/>
                    </a:cubicBezTo>
                    <a:cubicBezTo>
                      <a:pt x="243" y="370"/>
                      <a:pt x="237" y="371"/>
                      <a:pt x="220" y="375"/>
                    </a:cubicBezTo>
                    <a:cubicBezTo>
                      <a:pt x="217" y="371"/>
                      <a:pt x="210" y="369"/>
                      <a:pt x="207" y="365"/>
                    </a:cubicBezTo>
                    <a:cubicBezTo>
                      <a:pt x="185" y="337"/>
                      <a:pt x="216" y="363"/>
                      <a:pt x="194" y="346"/>
                    </a:cubicBezTo>
                    <a:cubicBezTo>
                      <a:pt x="167" y="349"/>
                      <a:pt x="179" y="346"/>
                      <a:pt x="156" y="352"/>
                    </a:cubicBezTo>
                    <a:cubicBezTo>
                      <a:pt x="153" y="353"/>
                      <a:pt x="148" y="354"/>
                      <a:pt x="148" y="354"/>
                    </a:cubicBezTo>
                    <a:cubicBezTo>
                      <a:pt x="146" y="356"/>
                      <a:pt x="145" y="359"/>
                      <a:pt x="142" y="361"/>
                    </a:cubicBezTo>
                    <a:cubicBezTo>
                      <a:pt x="138" y="363"/>
                      <a:pt x="126" y="365"/>
                      <a:pt x="126" y="365"/>
                    </a:cubicBezTo>
                    <a:cubicBezTo>
                      <a:pt x="105" y="354"/>
                      <a:pt x="116" y="355"/>
                      <a:pt x="94" y="361"/>
                    </a:cubicBezTo>
                    <a:cubicBezTo>
                      <a:pt x="89" y="362"/>
                      <a:pt x="78" y="365"/>
                      <a:pt x="78" y="365"/>
                    </a:cubicBezTo>
                    <a:cubicBezTo>
                      <a:pt x="62" y="383"/>
                      <a:pt x="46" y="346"/>
                      <a:pt x="35" y="337"/>
                    </a:cubicBezTo>
                    <a:cubicBezTo>
                      <a:pt x="32" y="330"/>
                      <a:pt x="24" y="320"/>
                      <a:pt x="22" y="312"/>
                    </a:cubicBezTo>
                    <a:cubicBezTo>
                      <a:pt x="20" y="308"/>
                      <a:pt x="22" y="303"/>
                      <a:pt x="19" y="300"/>
                    </a:cubicBezTo>
                    <a:cubicBezTo>
                      <a:pt x="17" y="297"/>
                      <a:pt x="13" y="297"/>
                      <a:pt x="11" y="295"/>
                    </a:cubicBezTo>
                    <a:cubicBezTo>
                      <a:pt x="3" y="277"/>
                      <a:pt x="15" y="306"/>
                      <a:pt x="5" y="276"/>
                    </a:cubicBezTo>
                    <a:cubicBezTo>
                      <a:pt x="4" y="272"/>
                      <a:pt x="0" y="264"/>
                      <a:pt x="0" y="264"/>
                    </a:cubicBezTo>
                    <a:cubicBezTo>
                      <a:pt x="3" y="253"/>
                      <a:pt x="2" y="248"/>
                      <a:pt x="13" y="243"/>
                    </a:cubicBezTo>
                    <a:cubicBezTo>
                      <a:pt x="20" y="221"/>
                      <a:pt x="17" y="231"/>
                      <a:pt x="24" y="213"/>
                    </a:cubicBezTo>
                    <a:cubicBezTo>
                      <a:pt x="26" y="209"/>
                      <a:pt x="30" y="200"/>
                      <a:pt x="30" y="200"/>
                    </a:cubicBezTo>
                    <a:cubicBezTo>
                      <a:pt x="26" y="192"/>
                      <a:pt x="24" y="191"/>
                      <a:pt x="32" y="181"/>
                    </a:cubicBezTo>
                    <a:cubicBezTo>
                      <a:pt x="36" y="177"/>
                      <a:pt x="43" y="169"/>
                      <a:pt x="43" y="169"/>
                    </a:cubicBezTo>
                    <a:cubicBezTo>
                      <a:pt x="37" y="155"/>
                      <a:pt x="36" y="153"/>
                      <a:pt x="51" y="143"/>
                    </a:cubicBezTo>
                    <a:cubicBezTo>
                      <a:pt x="56" y="140"/>
                      <a:pt x="67" y="135"/>
                      <a:pt x="67" y="135"/>
                    </a:cubicBezTo>
                    <a:cubicBezTo>
                      <a:pt x="73" y="129"/>
                      <a:pt x="75" y="122"/>
                      <a:pt x="81" y="116"/>
                    </a:cubicBezTo>
                    <a:cubicBezTo>
                      <a:pt x="89" y="107"/>
                      <a:pt x="102" y="105"/>
                      <a:pt x="113" y="99"/>
                    </a:cubicBezTo>
                    <a:cubicBezTo>
                      <a:pt x="125" y="85"/>
                      <a:pt x="149" y="76"/>
                      <a:pt x="167" y="67"/>
                    </a:cubicBezTo>
                    <a:cubicBezTo>
                      <a:pt x="174" y="59"/>
                      <a:pt x="175" y="50"/>
                      <a:pt x="188" y="46"/>
                    </a:cubicBezTo>
                    <a:cubicBezTo>
                      <a:pt x="198" y="39"/>
                      <a:pt x="208" y="36"/>
                      <a:pt x="220" y="30"/>
                    </a:cubicBezTo>
                    <a:cubicBezTo>
                      <a:pt x="223" y="28"/>
                      <a:pt x="228" y="25"/>
                      <a:pt x="228" y="25"/>
                    </a:cubicBezTo>
                    <a:cubicBezTo>
                      <a:pt x="237" y="16"/>
                      <a:pt x="245" y="10"/>
                      <a:pt x="258" y="6"/>
                    </a:cubicBezTo>
                    <a:cubicBezTo>
                      <a:pt x="269" y="31"/>
                      <a:pt x="301" y="6"/>
                      <a:pt x="320" y="4"/>
                    </a:cubicBezTo>
                    <a:cubicBezTo>
                      <a:pt x="334" y="3"/>
                      <a:pt x="349" y="3"/>
                      <a:pt x="363" y="2"/>
                    </a:cubicBezTo>
                    <a:cubicBezTo>
                      <a:pt x="369" y="3"/>
                      <a:pt x="376" y="5"/>
                      <a:pt x="382" y="4"/>
                    </a:cubicBezTo>
                    <a:cubicBezTo>
                      <a:pt x="387" y="4"/>
                      <a:pt x="398" y="0"/>
                      <a:pt x="398" y="0"/>
                    </a:cubicBezTo>
                    <a:cubicBezTo>
                      <a:pt x="415" y="8"/>
                      <a:pt x="406" y="16"/>
                      <a:pt x="400" y="30"/>
                    </a:cubicBezTo>
                    <a:cubicBezTo>
                      <a:pt x="398" y="34"/>
                      <a:pt x="384" y="34"/>
                      <a:pt x="384" y="34"/>
                    </a:cubicBezTo>
                    <a:cubicBezTo>
                      <a:pt x="379" y="47"/>
                      <a:pt x="398" y="51"/>
                      <a:pt x="411" y="55"/>
                    </a:cubicBezTo>
                    <a:cubicBezTo>
                      <a:pt x="419" y="72"/>
                      <a:pt x="421" y="79"/>
                      <a:pt x="443" y="84"/>
                    </a:cubicBezTo>
                    <a:cubicBezTo>
                      <a:pt x="461" y="71"/>
                      <a:pt x="435" y="65"/>
                      <a:pt x="468" y="57"/>
                    </a:cubicBezTo>
                    <a:cubicBezTo>
                      <a:pt x="482" y="61"/>
                      <a:pt x="485" y="70"/>
                      <a:pt x="497" y="74"/>
                    </a:cubicBezTo>
                    <a:cubicBezTo>
                      <a:pt x="505" y="76"/>
                      <a:pt x="513" y="78"/>
                      <a:pt x="521" y="80"/>
                    </a:cubicBezTo>
                    <a:cubicBezTo>
                      <a:pt x="524" y="81"/>
                      <a:pt x="529" y="82"/>
                      <a:pt x="529" y="82"/>
                    </a:cubicBezTo>
                    <a:cubicBezTo>
                      <a:pt x="547" y="78"/>
                      <a:pt x="547" y="76"/>
                      <a:pt x="562" y="84"/>
                    </a:cubicBezTo>
                    <a:cubicBezTo>
                      <a:pt x="566" y="95"/>
                      <a:pt x="565" y="86"/>
                      <a:pt x="559" y="97"/>
                    </a:cubicBezTo>
                    <a:cubicBezTo>
                      <a:pt x="557" y="101"/>
                      <a:pt x="554" y="110"/>
                      <a:pt x="554" y="110"/>
                    </a:cubicBezTo>
                    <a:cubicBezTo>
                      <a:pt x="556" y="132"/>
                      <a:pt x="556" y="168"/>
                      <a:pt x="572" y="188"/>
                    </a:cubicBezTo>
                    <a:cubicBezTo>
                      <a:pt x="568" y="198"/>
                      <a:pt x="564" y="208"/>
                      <a:pt x="562" y="219"/>
                    </a:cubicBezTo>
                    <a:cubicBezTo>
                      <a:pt x="564" y="227"/>
                      <a:pt x="569" y="233"/>
                      <a:pt x="572" y="240"/>
                    </a:cubicBezTo>
                    <a:cubicBezTo>
                      <a:pt x="573" y="247"/>
                      <a:pt x="572" y="254"/>
                      <a:pt x="575" y="259"/>
                    </a:cubicBezTo>
                    <a:cubicBezTo>
                      <a:pt x="577" y="263"/>
                      <a:pt x="595" y="272"/>
                      <a:pt x="599" y="283"/>
                    </a:cubicBezTo>
                    <a:cubicBezTo>
                      <a:pt x="594" y="295"/>
                      <a:pt x="603" y="306"/>
                      <a:pt x="618" y="310"/>
                    </a:cubicBezTo>
                    <a:cubicBezTo>
                      <a:pt x="630" y="307"/>
                      <a:pt x="638" y="308"/>
                      <a:pt x="645" y="300"/>
                    </a:cubicBezTo>
                    <a:cubicBezTo>
                      <a:pt x="660" y="302"/>
                      <a:pt x="663" y="303"/>
                      <a:pt x="672" y="293"/>
                    </a:cubicBezTo>
                    <a:cubicBezTo>
                      <a:pt x="675" y="294"/>
                      <a:pt x="679" y="293"/>
                      <a:pt x="680" y="295"/>
                    </a:cubicBezTo>
                    <a:cubicBezTo>
                      <a:pt x="682" y="301"/>
                      <a:pt x="674" y="321"/>
                      <a:pt x="672" y="327"/>
                    </a:cubicBezTo>
                    <a:cubicBezTo>
                      <a:pt x="668" y="340"/>
                      <a:pt x="671" y="326"/>
                      <a:pt x="664" y="340"/>
                    </a:cubicBezTo>
                    <a:cubicBezTo>
                      <a:pt x="652" y="360"/>
                      <a:pt x="646" y="381"/>
                      <a:pt x="621" y="394"/>
                    </a:cubicBezTo>
                    <a:cubicBezTo>
                      <a:pt x="614" y="402"/>
                      <a:pt x="609" y="402"/>
                      <a:pt x="599" y="407"/>
                    </a:cubicBezTo>
                    <a:cubicBezTo>
                      <a:pt x="590" y="418"/>
                      <a:pt x="579" y="429"/>
                      <a:pt x="567" y="439"/>
                    </a:cubicBezTo>
                    <a:cubicBezTo>
                      <a:pt x="560" y="454"/>
                      <a:pt x="555" y="470"/>
                      <a:pt x="548" y="485"/>
                    </a:cubicBezTo>
                    <a:cubicBezTo>
                      <a:pt x="549" y="489"/>
                      <a:pt x="550" y="492"/>
                      <a:pt x="551" y="496"/>
                    </a:cubicBezTo>
                    <a:cubicBezTo>
                      <a:pt x="552" y="500"/>
                      <a:pt x="556" y="508"/>
                      <a:pt x="556" y="508"/>
                    </a:cubicBezTo>
                    <a:cubicBezTo>
                      <a:pt x="559" y="524"/>
                      <a:pt x="562" y="546"/>
                      <a:pt x="576" y="557"/>
                    </a:cubicBezTo>
                    <a:lnTo>
                      <a:pt x="435" y="55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Freeform 70"/>
              <p:cNvSpPr>
                <a:spLocks/>
              </p:cNvSpPr>
              <p:nvPr userDrawn="1"/>
            </p:nvSpPr>
            <p:spPr bwMode="ltGray">
              <a:xfrm>
                <a:off x="727" y="495"/>
                <a:ext cx="382" cy="540"/>
              </a:xfrm>
              <a:custGeom>
                <a:avLst/>
                <a:gdLst>
                  <a:gd name="T0" fmla="*/ 1186 w 257"/>
                  <a:gd name="T1" fmla="*/ 2034 h 347"/>
                  <a:gd name="T2" fmla="*/ 1136 w 257"/>
                  <a:gd name="T3" fmla="*/ 1763 h 347"/>
                  <a:gd name="T4" fmla="*/ 1060 w 257"/>
                  <a:gd name="T5" fmla="*/ 1688 h 347"/>
                  <a:gd name="T6" fmla="*/ 1052 w 257"/>
                  <a:gd name="T7" fmla="*/ 1580 h 347"/>
                  <a:gd name="T8" fmla="*/ 1021 w 257"/>
                  <a:gd name="T9" fmla="*/ 1489 h 347"/>
                  <a:gd name="T10" fmla="*/ 1021 w 257"/>
                  <a:gd name="T11" fmla="*/ 1341 h 347"/>
                  <a:gd name="T12" fmla="*/ 1012 w 257"/>
                  <a:gd name="T13" fmla="*/ 1254 h 347"/>
                  <a:gd name="T14" fmla="*/ 1113 w 257"/>
                  <a:gd name="T15" fmla="*/ 1184 h 347"/>
                  <a:gd name="T16" fmla="*/ 1255 w 257"/>
                  <a:gd name="T17" fmla="*/ 1158 h 347"/>
                  <a:gd name="T18" fmla="*/ 1255 w 257"/>
                  <a:gd name="T19" fmla="*/ 800 h 347"/>
                  <a:gd name="T20" fmla="*/ 263 w 257"/>
                  <a:gd name="T21" fmla="*/ 562 h 347"/>
                  <a:gd name="T22" fmla="*/ 158 w 257"/>
                  <a:gd name="T23" fmla="*/ 576 h 347"/>
                  <a:gd name="T24" fmla="*/ 80 w 257"/>
                  <a:gd name="T25" fmla="*/ 598 h 347"/>
                  <a:gd name="T26" fmla="*/ 0 w 257"/>
                  <a:gd name="T27" fmla="*/ 875 h 347"/>
                  <a:gd name="T28" fmla="*/ 453 w 257"/>
                  <a:gd name="T29" fmla="*/ 2028 h 347"/>
                  <a:gd name="T30" fmla="*/ 1186 w 257"/>
                  <a:gd name="T31" fmla="*/ 2034 h 34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57" h="347">
                    <a:moveTo>
                      <a:pt x="243" y="347"/>
                    </a:moveTo>
                    <a:lnTo>
                      <a:pt x="233" y="301"/>
                    </a:lnTo>
                    <a:lnTo>
                      <a:pt x="217" y="288"/>
                    </a:lnTo>
                    <a:lnTo>
                      <a:pt x="215" y="269"/>
                    </a:lnTo>
                    <a:lnTo>
                      <a:pt x="209" y="254"/>
                    </a:lnTo>
                    <a:lnTo>
                      <a:pt x="209" y="229"/>
                    </a:lnTo>
                    <a:lnTo>
                      <a:pt x="207" y="214"/>
                    </a:lnTo>
                    <a:lnTo>
                      <a:pt x="228" y="202"/>
                    </a:lnTo>
                    <a:lnTo>
                      <a:pt x="257" y="197"/>
                    </a:lnTo>
                    <a:lnTo>
                      <a:pt x="257" y="136"/>
                    </a:lnTo>
                    <a:cubicBezTo>
                      <a:pt x="209" y="119"/>
                      <a:pt x="13" y="0"/>
                      <a:pt x="54" y="96"/>
                    </a:cubicBezTo>
                    <a:cubicBezTo>
                      <a:pt x="36" y="106"/>
                      <a:pt x="57" y="97"/>
                      <a:pt x="32" y="98"/>
                    </a:cubicBezTo>
                    <a:cubicBezTo>
                      <a:pt x="27" y="99"/>
                      <a:pt x="16" y="102"/>
                      <a:pt x="16" y="102"/>
                    </a:cubicBezTo>
                    <a:lnTo>
                      <a:pt x="0" y="149"/>
                    </a:lnTo>
                    <a:lnTo>
                      <a:pt x="93" y="346"/>
                    </a:lnTo>
                    <a:lnTo>
                      <a:pt x="243" y="34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Freeform 71"/>
              <p:cNvSpPr>
                <a:spLocks/>
              </p:cNvSpPr>
              <p:nvPr userDrawn="1"/>
            </p:nvSpPr>
            <p:spPr bwMode="ltGray">
              <a:xfrm>
                <a:off x="1400" y="896"/>
                <a:ext cx="16" cy="29"/>
              </a:xfrm>
              <a:custGeom>
                <a:avLst/>
                <a:gdLst>
                  <a:gd name="T0" fmla="*/ 3 w 19"/>
                  <a:gd name="T1" fmla="*/ 10 h 37"/>
                  <a:gd name="T2" fmla="*/ 9 w 19"/>
                  <a:gd name="T3" fmla="*/ 8 h 37"/>
                  <a:gd name="T4" fmla="*/ 3 w 19"/>
                  <a:gd name="T5" fmla="*/ 10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37">
                    <a:moveTo>
                      <a:pt x="7" y="25"/>
                    </a:moveTo>
                    <a:cubicBezTo>
                      <a:pt x="0" y="4"/>
                      <a:pt x="12" y="0"/>
                      <a:pt x="19" y="21"/>
                    </a:cubicBezTo>
                    <a:cubicBezTo>
                      <a:pt x="14" y="37"/>
                      <a:pt x="18" y="36"/>
                      <a:pt x="7" y="2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Freeform 72"/>
              <p:cNvSpPr>
                <a:spLocks/>
              </p:cNvSpPr>
              <p:nvPr userDrawn="1"/>
            </p:nvSpPr>
            <p:spPr bwMode="ltGray">
              <a:xfrm>
                <a:off x="1379" y="617"/>
                <a:ext cx="21" cy="17"/>
              </a:xfrm>
              <a:custGeom>
                <a:avLst/>
                <a:gdLst>
                  <a:gd name="T0" fmla="*/ 11 w 22"/>
                  <a:gd name="T1" fmla="*/ 7 h 20"/>
                  <a:gd name="T2" fmla="*/ 12 w 22"/>
                  <a:gd name="T3" fmla="*/ 0 h 20"/>
                  <a:gd name="T4" fmla="*/ 16 w 22"/>
                  <a:gd name="T5" fmla="*/ 7 h 20"/>
                  <a:gd name="T6" fmla="*/ 8 w 22"/>
                  <a:gd name="T7" fmla="*/ 10 h 20"/>
                  <a:gd name="T8" fmla="*/ 11 w 22"/>
                  <a:gd name="T9" fmla="*/ 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20">
                    <a:moveTo>
                      <a:pt x="12" y="12"/>
                    </a:moveTo>
                    <a:cubicBezTo>
                      <a:pt x="13" y="8"/>
                      <a:pt x="12" y="0"/>
                      <a:pt x="16" y="0"/>
                    </a:cubicBezTo>
                    <a:cubicBezTo>
                      <a:pt x="20" y="0"/>
                      <a:pt x="22" y="8"/>
                      <a:pt x="20" y="12"/>
                    </a:cubicBezTo>
                    <a:cubicBezTo>
                      <a:pt x="18" y="16"/>
                      <a:pt x="12" y="17"/>
                      <a:pt x="8" y="20"/>
                    </a:cubicBezTo>
                    <a:cubicBezTo>
                      <a:pt x="3" y="5"/>
                      <a:pt x="0" y="6"/>
                      <a:pt x="12" y="1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Freeform 73"/>
              <p:cNvSpPr>
                <a:spLocks/>
              </p:cNvSpPr>
              <p:nvPr userDrawn="1"/>
            </p:nvSpPr>
            <p:spPr bwMode="ltGray">
              <a:xfrm>
                <a:off x="453" y="275"/>
                <a:ext cx="58" cy="24"/>
              </a:xfrm>
              <a:custGeom>
                <a:avLst/>
                <a:gdLst>
                  <a:gd name="T0" fmla="*/ 24 w 57"/>
                  <a:gd name="T1" fmla="*/ 7 h 30"/>
                  <a:gd name="T2" fmla="*/ 36 w 57"/>
                  <a:gd name="T3" fmla="*/ 2 h 30"/>
                  <a:gd name="T4" fmla="*/ 40 w 57"/>
                  <a:gd name="T5" fmla="*/ 12 h 30"/>
                  <a:gd name="T6" fmla="*/ 24 w 57"/>
                  <a:gd name="T7" fmla="*/ 7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" h="30">
                    <a:moveTo>
                      <a:pt x="24" y="18"/>
                    </a:moveTo>
                    <a:cubicBezTo>
                      <a:pt x="0" y="10"/>
                      <a:pt x="9" y="0"/>
                      <a:pt x="32" y="6"/>
                    </a:cubicBezTo>
                    <a:cubicBezTo>
                      <a:pt x="46" y="15"/>
                      <a:pt x="57" y="23"/>
                      <a:pt x="36" y="30"/>
                    </a:cubicBezTo>
                    <a:cubicBezTo>
                      <a:pt x="21" y="25"/>
                      <a:pt x="24" y="30"/>
                      <a:pt x="24" y="1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Freeform 74"/>
              <p:cNvSpPr>
                <a:spLocks/>
              </p:cNvSpPr>
              <p:nvPr userDrawn="1"/>
            </p:nvSpPr>
            <p:spPr bwMode="ltGray">
              <a:xfrm>
                <a:off x="1161" y="50"/>
                <a:ext cx="691" cy="569"/>
              </a:xfrm>
              <a:custGeom>
                <a:avLst/>
                <a:gdLst>
                  <a:gd name="T0" fmla="*/ 469 w 693"/>
                  <a:gd name="T1" fmla="*/ 207 h 696"/>
                  <a:gd name="T2" fmla="*/ 389 w 693"/>
                  <a:gd name="T3" fmla="*/ 202 h 696"/>
                  <a:gd name="T4" fmla="*/ 321 w 693"/>
                  <a:gd name="T5" fmla="*/ 185 h 696"/>
                  <a:gd name="T6" fmla="*/ 261 w 693"/>
                  <a:gd name="T7" fmla="*/ 178 h 696"/>
                  <a:gd name="T8" fmla="*/ 233 w 693"/>
                  <a:gd name="T9" fmla="*/ 186 h 696"/>
                  <a:gd name="T10" fmla="*/ 257 w 693"/>
                  <a:gd name="T11" fmla="*/ 191 h 696"/>
                  <a:gd name="T12" fmla="*/ 289 w 693"/>
                  <a:gd name="T13" fmla="*/ 209 h 696"/>
                  <a:gd name="T14" fmla="*/ 317 w 693"/>
                  <a:gd name="T15" fmla="*/ 213 h 696"/>
                  <a:gd name="T16" fmla="*/ 329 w 693"/>
                  <a:gd name="T17" fmla="*/ 240 h 696"/>
                  <a:gd name="T18" fmla="*/ 309 w 693"/>
                  <a:gd name="T19" fmla="*/ 247 h 696"/>
                  <a:gd name="T20" fmla="*/ 257 w 693"/>
                  <a:gd name="T21" fmla="*/ 276 h 696"/>
                  <a:gd name="T22" fmla="*/ 221 w 693"/>
                  <a:gd name="T23" fmla="*/ 280 h 696"/>
                  <a:gd name="T24" fmla="*/ 97 w 693"/>
                  <a:gd name="T25" fmla="*/ 311 h 696"/>
                  <a:gd name="T26" fmla="*/ 77 w 693"/>
                  <a:gd name="T27" fmla="*/ 276 h 696"/>
                  <a:gd name="T28" fmla="*/ 45 w 693"/>
                  <a:gd name="T29" fmla="*/ 234 h 696"/>
                  <a:gd name="T30" fmla="*/ 33 w 693"/>
                  <a:gd name="T31" fmla="*/ 199 h 696"/>
                  <a:gd name="T32" fmla="*/ 53 w 693"/>
                  <a:gd name="T33" fmla="*/ 154 h 696"/>
                  <a:gd name="T34" fmla="*/ 17 w 693"/>
                  <a:gd name="T35" fmla="*/ 175 h 696"/>
                  <a:gd name="T36" fmla="*/ 81 w 693"/>
                  <a:gd name="T37" fmla="*/ 125 h 696"/>
                  <a:gd name="T38" fmla="*/ 113 w 693"/>
                  <a:gd name="T39" fmla="*/ 92 h 696"/>
                  <a:gd name="T40" fmla="*/ 37 w 693"/>
                  <a:gd name="T41" fmla="*/ 92 h 696"/>
                  <a:gd name="T42" fmla="*/ 1 w 693"/>
                  <a:gd name="T43" fmla="*/ 87 h 696"/>
                  <a:gd name="T44" fmla="*/ 25 w 693"/>
                  <a:gd name="T45" fmla="*/ 62 h 696"/>
                  <a:gd name="T46" fmla="*/ 97 w 693"/>
                  <a:gd name="T47" fmla="*/ 50 h 696"/>
                  <a:gd name="T48" fmla="*/ 217 w 693"/>
                  <a:gd name="T49" fmla="*/ 56 h 696"/>
                  <a:gd name="T50" fmla="*/ 225 w 693"/>
                  <a:gd name="T51" fmla="*/ 29 h 696"/>
                  <a:gd name="T52" fmla="*/ 257 w 693"/>
                  <a:gd name="T53" fmla="*/ 0 h 696"/>
                  <a:gd name="T54" fmla="*/ 353 w 693"/>
                  <a:gd name="T55" fmla="*/ 20 h 696"/>
                  <a:gd name="T56" fmla="*/ 325 w 693"/>
                  <a:gd name="T57" fmla="*/ 39 h 696"/>
                  <a:gd name="T58" fmla="*/ 297 w 693"/>
                  <a:gd name="T59" fmla="*/ 78 h 696"/>
                  <a:gd name="T60" fmla="*/ 357 w 693"/>
                  <a:gd name="T61" fmla="*/ 86 h 696"/>
                  <a:gd name="T62" fmla="*/ 369 w 693"/>
                  <a:gd name="T63" fmla="*/ 60 h 696"/>
                  <a:gd name="T64" fmla="*/ 413 w 693"/>
                  <a:gd name="T65" fmla="*/ 41 h 696"/>
                  <a:gd name="T66" fmla="*/ 493 w 693"/>
                  <a:gd name="T67" fmla="*/ 39 h 696"/>
                  <a:gd name="T68" fmla="*/ 521 w 693"/>
                  <a:gd name="T69" fmla="*/ 24 h 696"/>
                  <a:gd name="T70" fmla="*/ 533 w 693"/>
                  <a:gd name="T71" fmla="*/ 205 h 69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3" h="696">
                    <a:moveTo>
                      <a:pt x="541" y="460"/>
                    </a:moveTo>
                    <a:lnTo>
                      <a:pt x="473" y="464"/>
                    </a:lnTo>
                    <a:lnTo>
                      <a:pt x="441" y="452"/>
                    </a:lnTo>
                    <a:lnTo>
                      <a:pt x="393" y="452"/>
                    </a:lnTo>
                    <a:cubicBezTo>
                      <a:pt x="365" y="448"/>
                      <a:pt x="360" y="444"/>
                      <a:pt x="337" y="436"/>
                    </a:cubicBezTo>
                    <a:cubicBezTo>
                      <a:pt x="336" y="432"/>
                      <a:pt x="330" y="413"/>
                      <a:pt x="325" y="412"/>
                    </a:cubicBezTo>
                    <a:cubicBezTo>
                      <a:pt x="317" y="411"/>
                      <a:pt x="301" y="420"/>
                      <a:pt x="301" y="420"/>
                    </a:cubicBezTo>
                    <a:cubicBezTo>
                      <a:pt x="289" y="412"/>
                      <a:pt x="277" y="408"/>
                      <a:pt x="265" y="400"/>
                    </a:cubicBezTo>
                    <a:cubicBezTo>
                      <a:pt x="252" y="380"/>
                      <a:pt x="256" y="356"/>
                      <a:pt x="233" y="348"/>
                    </a:cubicBezTo>
                    <a:cubicBezTo>
                      <a:pt x="217" y="372"/>
                      <a:pt x="221" y="392"/>
                      <a:pt x="237" y="416"/>
                    </a:cubicBezTo>
                    <a:cubicBezTo>
                      <a:pt x="234" y="428"/>
                      <a:pt x="228" y="445"/>
                      <a:pt x="237" y="444"/>
                    </a:cubicBezTo>
                    <a:cubicBezTo>
                      <a:pt x="247" y="443"/>
                      <a:pt x="261" y="428"/>
                      <a:pt x="261" y="428"/>
                    </a:cubicBezTo>
                    <a:cubicBezTo>
                      <a:pt x="258" y="450"/>
                      <a:pt x="243" y="475"/>
                      <a:pt x="269" y="484"/>
                    </a:cubicBezTo>
                    <a:cubicBezTo>
                      <a:pt x="277" y="479"/>
                      <a:pt x="288" y="476"/>
                      <a:pt x="293" y="468"/>
                    </a:cubicBezTo>
                    <a:cubicBezTo>
                      <a:pt x="302" y="454"/>
                      <a:pt x="303" y="446"/>
                      <a:pt x="317" y="436"/>
                    </a:cubicBezTo>
                    <a:cubicBezTo>
                      <a:pt x="315" y="448"/>
                      <a:pt x="306" y="467"/>
                      <a:pt x="321" y="476"/>
                    </a:cubicBezTo>
                    <a:cubicBezTo>
                      <a:pt x="328" y="480"/>
                      <a:pt x="345" y="484"/>
                      <a:pt x="345" y="484"/>
                    </a:cubicBezTo>
                    <a:cubicBezTo>
                      <a:pt x="382" y="472"/>
                      <a:pt x="347" y="527"/>
                      <a:pt x="333" y="536"/>
                    </a:cubicBezTo>
                    <a:cubicBezTo>
                      <a:pt x="330" y="540"/>
                      <a:pt x="329" y="545"/>
                      <a:pt x="325" y="548"/>
                    </a:cubicBezTo>
                    <a:cubicBezTo>
                      <a:pt x="322" y="551"/>
                      <a:pt x="316" y="549"/>
                      <a:pt x="313" y="552"/>
                    </a:cubicBezTo>
                    <a:cubicBezTo>
                      <a:pt x="300" y="565"/>
                      <a:pt x="320" y="575"/>
                      <a:pt x="293" y="584"/>
                    </a:cubicBezTo>
                    <a:cubicBezTo>
                      <a:pt x="286" y="595"/>
                      <a:pt x="272" y="610"/>
                      <a:pt x="261" y="616"/>
                    </a:cubicBezTo>
                    <a:cubicBezTo>
                      <a:pt x="254" y="620"/>
                      <a:pt x="245" y="621"/>
                      <a:pt x="237" y="624"/>
                    </a:cubicBezTo>
                    <a:cubicBezTo>
                      <a:pt x="233" y="625"/>
                      <a:pt x="225" y="628"/>
                      <a:pt x="225" y="628"/>
                    </a:cubicBezTo>
                    <a:cubicBezTo>
                      <a:pt x="215" y="659"/>
                      <a:pt x="212" y="652"/>
                      <a:pt x="173" y="656"/>
                    </a:cubicBezTo>
                    <a:cubicBezTo>
                      <a:pt x="140" y="667"/>
                      <a:pt x="132" y="687"/>
                      <a:pt x="97" y="696"/>
                    </a:cubicBezTo>
                    <a:cubicBezTo>
                      <a:pt x="77" y="691"/>
                      <a:pt x="75" y="687"/>
                      <a:pt x="81" y="668"/>
                    </a:cubicBezTo>
                    <a:cubicBezTo>
                      <a:pt x="77" y="646"/>
                      <a:pt x="72" y="639"/>
                      <a:pt x="77" y="616"/>
                    </a:cubicBezTo>
                    <a:cubicBezTo>
                      <a:pt x="73" y="598"/>
                      <a:pt x="71" y="587"/>
                      <a:pt x="61" y="572"/>
                    </a:cubicBezTo>
                    <a:cubicBezTo>
                      <a:pt x="58" y="551"/>
                      <a:pt x="51" y="543"/>
                      <a:pt x="45" y="524"/>
                    </a:cubicBezTo>
                    <a:cubicBezTo>
                      <a:pt x="52" y="502"/>
                      <a:pt x="58" y="496"/>
                      <a:pt x="49" y="472"/>
                    </a:cubicBezTo>
                    <a:cubicBezTo>
                      <a:pt x="46" y="463"/>
                      <a:pt x="33" y="448"/>
                      <a:pt x="33" y="448"/>
                    </a:cubicBezTo>
                    <a:cubicBezTo>
                      <a:pt x="42" y="422"/>
                      <a:pt x="42" y="408"/>
                      <a:pt x="33" y="380"/>
                    </a:cubicBezTo>
                    <a:cubicBezTo>
                      <a:pt x="49" y="369"/>
                      <a:pt x="48" y="362"/>
                      <a:pt x="53" y="344"/>
                    </a:cubicBezTo>
                    <a:cubicBezTo>
                      <a:pt x="47" y="327"/>
                      <a:pt x="49" y="308"/>
                      <a:pt x="33" y="332"/>
                    </a:cubicBezTo>
                    <a:cubicBezTo>
                      <a:pt x="40" y="353"/>
                      <a:pt x="29" y="374"/>
                      <a:pt x="17" y="392"/>
                    </a:cubicBezTo>
                    <a:cubicBezTo>
                      <a:pt x="6" y="360"/>
                      <a:pt x="10" y="340"/>
                      <a:pt x="13" y="304"/>
                    </a:cubicBezTo>
                    <a:cubicBezTo>
                      <a:pt x="44" y="314"/>
                      <a:pt x="54" y="289"/>
                      <a:pt x="81" y="280"/>
                    </a:cubicBezTo>
                    <a:cubicBezTo>
                      <a:pt x="94" y="261"/>
                      <a:pt x="85" y="242"/>
                      <a:pt x="105" y="228"/>
                    </a:cubicBezTo>
                    <a:cubicBezTo>
                      <a:pt x="108" y="220"/>
                      <a:pt x="110" y="212"/>
                      <a:pt x="113" y="204"/>
                    </a:cubicBezTo>
                    <a:cubicBezTo>
                      <a:pt x="116" y="196"/>
                      <a:pt x="89" y="196"/>
                      <a:pt x="89" y="196"/>
                    </a:cubicBezTo>
                    <a:cubicBezTo>
                      <a:pt x="81" y="221"/>
                      <a:pt x="58" y="211"/>
                      <a:pt x="37" y="204"/>
                    </a:cubicBezTo>
                    <a:cubicBezTo>
                      <a:pt x="33" y="207"/>
                      <a:pt x="30" y="213"/>
                      <a:pt x="25" y="212"/>
                    </a:cubicBezTo>
                    <a:cubicBezTo>
                      <a:pt x="16" y="210"/>
                      <a:pt x="1" y="196"/>
                      <a:pt x="1" y="196"/>
                    </a:cubicBezTo>
                    <a:cubicBezTo>
                      <a:pt x="4" y="186"/>
                      <a:pt x="4" y="174"/>
                      <a:pt x="9" y="164"/>
                    </a:cubicBezTo>
                    <a:cubicBezTo>
                      <a:pt x="13" y="155"/>
                      <a:pt x="25" y="140"/>
                      <a:pt x="25" y="140"/>
                    </a:cubicBezTo>
                    <a:cubicBezTo>
                      <a:pt x="0" y="132"/>
                      <a:pt x="25" y="128"/>
                      <a:pt x="37" y="124"/>
                    </a:cubicBezTo>
                    <a:cubicBezTo>
                      <a:pt x="58" y="131"/>
                      <a:pt x="75" y="116"/>
                      <a:pt x="97" y="112"/>
                    </a:cubicBezTo>
                    <a:cubicBezTo>
                      <a:pt x="135" y="87"/>
                      <a:pt x="159" y="122"/>
                      <a:pt x="197" y="132"/>
                    </a:cubicBezTo>
                    <a:cubicBezTo>
                      <a:pt x="205" y="129"/>
                      <a:pt x="213" y="127"/>
                      <a:pt x="221" y="124"/>
                    </a:cubicBezTo>
                    <a:cubicBezTo>
                      <a:pt x="225" y="123"/>
                      <a:pt x="226" y="147"/>
                      <a:pt x="233" y="120"/>
                    </a:cubicBezTo>
                    <a:lnTo>
                      <a:pt x="229" y="64"/>
                    </a:lnTo>
                    <a:lnTo>
                      <a:pt x="209" y="40"/>
                    </a:lnTo>
                    <a:cubicBezTo>
                      <a:pt x="243" y="21"/>
                      <a:pt x="240" y="21"/>
                      <a:pt x="261" y="0"/>
                    </a:cubicBezTo>
                    <a:cubicBezTo>
                      <a:pt x="297" y="16"/>
                      <a:pt x="333" y="32"/>
                      <a:pt x="369" y="48"/>
                    </a:cubicBezTo>
                    <a:cubicBezTo>
                      <a:pt x="373" y="50"/>
                      <a:pt x="361" y="44"/>
                      <a:pt x="357" y="44"/>
                    </a:cubicBezTo>
                    <a:cubicBezTo>
                      <a:pt x="349" y="45"/>
                      <a:pt x="333" y="52"/>
                      <a:pt x="333" y="52"/>
                    </a:cubicBezTo>
                    <a:cubicBezTo>
                      <a:pt x="322" y="68"/>
                      <a:pt x="318" y="71"/>
                      <a:pt x="329" y="88"/>
                    </a:cubicBezTo>
                    <a:cubicBezTo>
                      <a:pt x="308" y="119"/>
                      <a:pt x="323" y="118"/>
                      <a:pt x="333" y="148"/>
                    </a:cubicBezTo>
                    <a:cubicBezTo>
                      <a:pt x="320" y="157"/>
                      <a:pt x="314" y="167"/>
                      <a:pt x="301" y="176"/>
                    </a:cubicBezTo>
                    <a:cubicBezTo>
                      <a:pt x="306" y="213"/>
                      <a:pt x="303" y="213"/>
                      <a:pt x="337" y="220"/>
                    </a:cubicBezTo>
                    <a:cubicBezTo>
                      <a:pt x="358" y="216"/>
                      <a:pt x="368" y="214"/>
                      <a:pt x="361" y="192"/>
                    </a:cubicBezTo>
                    <a:cubicBezTo>
                      <a:pt x="362" y="177"/>
                      <a:pt x="362" y="162"/>
                      <a:pt x="365" y="148"/>
                    </a:cubicBezTo>
                    <a:cubicBezTo>
                      <a:pt x="366" y="143"/>
                      <a:pt x="369" y="133"/>
                      <a:pt x="373" y="136"/>
                    </a:cubicBezTo>
                    <a:cubicBezTo>
                      <a:pt x="379" y="140"/>
                      <a:pt x="376" y="149"/>
                      <a:pt x="377" y="156"/>
                    </a:cubicBezTo>
                    <a:cubicBezTo>
                      <a:pt x="404" y="147"/>
                      <a:pt x="409" y="116"/>
                      <a:pt x="417" y="92"/>
                    </a:cubicBezTo>
                    <a:cubicBezTo>
                      <a:pt x="422" y="76"/>
                      <a:pt x="453" y="74"/>
                      <a:pt x="465" y="72"/>
                    </a:cubicBezTo>
                    <a:cubicBezTo>
                      <a:pt x="472" y="92"/>
                      <a:pt x="477" y="93"/>
                      <a:pt x="497" y="88"/>
                    </a:cubicBezTo>
                    <a:cubicBezTo>
                      <a:pt x="512" y="78"/>
                      <a:pt x="515" y="74"/>
                      <a:pt x="509" y="56"/>
                    </a:cubicBezTo>
                    <a:cubicBezTo>
                      <a:pt x="523" y="46"/>
                      <a:pt x="517" y="46"/>
                      <a:pt x="529" y="52"/>
                    </a:cubicBezTo>
                    <a:lnTo>
                      <a:pt x="693" y="72"/>
                    </a:lnTo>
                    <a:lnTo>
                      <a:pt x="541" y="46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Freeform 75"/>
              <p:cNvSpPr>
                <a:spLocks/>
              </p:cNvSpPr>
              <p:nvPr userDrawn="1"/>
            </p:nvSpPr>
            <p:spPr bwMode="ltGray">
              <a:xfrm>
                <a:off x="689" y="6"/>
                <a:ext cx="1386" cy="232"/>
              </a:xfrm>
              <a:custGeom>
                <a:avLst/>
                <a:gdLst>
                  <a:gd name="T0" fmla="*/ 4051 w 931"/>
                  <a:gd name="T1" fmla="*/ 0 h 149"/>
                  <a:gd name="T2" fmla="*/ 703 w 931"/>
                  <a:gd name="T3" fmla="*/ 170 h 149"/>
                  <a:gd name="T4" fmla="*/ 445 w 931"/>
                  <a:gd name="T5" fmla="*/ 244 h 149"/>
                  <a:gd name="T6" fmla="*/ 304 w 931"/>
                  <a:gd name="T7" fmla="*/ 244 h 149"/>
                  <a:gd name="T8" fmla="*/ 109 w 931"/>
                  <a:gd name="T9" fmla="*/ 453 h 149"/>
                  <a:gd name="T10" fmla="*/ 0 w 931"/>
                  <a:gd name="T11" fmla="*/ 615 h 149"/>
                  <a:gd name="T12" fmla="*/ 290 w 931"/>
                  <a:gd name="T13" fmla="*/ 676 h 149"/>
                  <a:gd name="T14" fmla="*/ 475 w 931"/>
                  <a:gd name="T15" fmla="*/ 562 h 149"/>
                  <a:gd name="T16" fmla="*/ 531 w 931"/>
                  <a:gd name="T17" fmla="*/ 495 h 149"/>
                  <a:gd name="T18" fmla="*/ 822 w 931"/>
                  <a:gd name="T19" fmla="*/ 305 h 149"/>
                  <a:gd name="T20" fmla="*/ 1056 w 931"/>
                  <a:gd name="T21" fmla="*/ 271 h 149"/>
                  <a:gd name="T22" fmla="*/ 1166 w 931"/>
                  <a:gd name="T23" fmla="*/ 550 h 149"/>
                  <a:gd name="T24" fmla="*/ 924 w 931"/>
                  <a:gd name="T25" fmla="*/ 643 h 149"/>
                  <a:gd name="T26" fmla="*/ 1134 w 931"/>
                  <a:gd name="T27" fmla="*/ 665 h 149"/>
                  <a:gd name="T28" fmla="*/ 1228 w 931"/>
                  <a:gd name="T29" fmla="*/ 528 h 149"/>
                  <a:gd name="T30" fmla="*/ 1307 w 931"/>
                  <a:gd name="T31" fmla="*/ 540 h 149"/>
                  <a:gd name="T32" fmla="*/ 1243 w 931"/>
                  <a:gd name="T33" fmla="*/ 318 h 149"/>
                  <a:gd name="T34" fmla="*/ 1307 w 931"/>
                  <a:gd name="T35" fmla="*/ 260 h 149"/>
                  <a:gd name="T36" fmla="*/ 1359 w 931"/>
                  <a:gd name="T37" fmla="*/ 517 h 149"/>
                  <a:gd name="T38" fmla="*/ 1307 w 931"/>
                  <a:gd name="T39" fmla="*/ 665 h 149"/>
                  <a:gd name="T40" fmla="*/ 1456 w 931"/>
                  <a:gd name="T41" fmla="*/ 763 h 149"/>
                  <a:gd name="T42" fmla="*/ 1468 w 931"/>
                  <a:gd name="T43" fmla="*/ 540 h 149"/>
                  <a:gd name="T44" fmla="*/ 1627 w 931"/>
                  <a:gd name="T45" fmla="*/ 604 h 149"/>
                  <a:gd name="T46" fmla="*/ 1877 w 931"/>
                  <a:gd name="T47" fmla="*/ 431 h 149"/>
                  <a:gd name="T48" fmla="*/ 2010 w 931"/>
                  <a:gd name="T49" fmla="*/ 293 h 149"/>
                  <a:gd name="T50" fmla="*/ 2159 w 931"/>
                  <a:gd name="T51" fmla="*/ 327 h 149"/>
                  <a:gd name="T52" fmla="*/ 2235 w 931"/>
                  <a:gd name="T53" fmla="*/ 293 h 149"/>
                  <a:gd name="T54" fmla="*/ 2118 w 931"/>
                  <a:gd name="T55" fmla="*/ 260 h 149"/>
                  <a:gd name="T56" fmla="*/ 2330 w 931"/>
                  <a:gd name="T57" fmla="*/ 204 h 149"/>
                  <a:gd name="T58" fmla="*/ 2672 w 931"/>
                  <a:gd name="T59" fmla="*/ 318 h 149"/>
                  <a:gd name="T60" fmla="*/ 2854 w 931"/>
                  <a:gd name="T61" fmla="*/ 244 h 149"/>
                  <a:gd name="T62" fmla="*/ 2867 w 931"/>
                  <a:gd name="T63" fmla="*/ 371 h 149"/>
                  <a:gd name="T64" fmla="*/ 2790 w 931"/>
                  <a:gd name="T65" fmla="*/ 592 h 149"/>
                  <a:gd name="T66" fmla="*/ 3003 w 931"/>
                  <a:gd name="T67" fmla="*/ 517 h 149"/>
                  <a:gd name="T68" fmla="*/ 3065 w 931"/>
                  <a:gd name="T69" fmla="*/ 473 h 149"/>
                  <a:gd name="T70" fmla="*/ 3184 w 931"/>
                  <a:gd name="T71" fmla="*/ 358 h 149"/>
                  <a:gd name="T72" fmla="*/ 3900 w 931"/>
                  <a:gd name="T73" fmla="*/ 495 h 14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931" h="149">
                    <a:moveTo>
                      <a:pt x="794" y="84"/>
                    </a:moveTo>
                    <a:cubicBezTo>
                      <a:pt x="813" y="72"/>
                      <a:pt x="931" y="14"/>
                      <a:pt x="825" y="0"/>
                    </a:cubicBezTo>
                    <a:lnTo>
                      <a:pt x="159" y="0"/>
                    </a:lnTo>
                    <a:cubicBezTo>
                      <a:pt x="149" y="12"/>
                      <a:pt x="162" y="18"/>
                      <a:pt x="143" y="29"/>
                    </a:cubicBezTo>
                    <a:cubicBezTo>
                      <a:pt x="130" y="44"/>
                      <a:pt x="133" y="39"/>
                      <a:pt x="116" y="48"/>
                    </a:cubicBezTo>
                    <a:cubicBezTo>
                      <a:pt x="108" y="46"/>
                      <a:pt x="100" y="44"/>
                      <a:pt x="91" y="42"/>
                    </a:cubicBezTo>
                    <a:cubicBezTo>
                      <a:pt x="89" y="41"/>
                      <a:pt x="83" y="40"/>
                      <a:pt x="83" y="40"/>
                    </a:cubicBezTo>
                    <a:cubicBezTo>
                      <a:pt x="76" y="40"/>
                      <a:pt x="68" y="39"/>
                      <a:pt x="62" y="42"/>
                    </a:cubicBezTo>
                    <a:cubicBezTo>
                      <a:pt x="54" y="45"/>
                      <a:pt x="46" y="61"/>
                      <a:pt x="38" y="67"/>
                    </a:cubicBezTo>
                    <a:cubicBezTo>
                      <a:pt x="32" y="71"/>
                      <a:pt x="27" y="74"/>
                      <a:pt x="22" y="77"/>
                    </a:cubicBezTo>
                    <a:cubicBezTo>
                      <a:pt x="16" y="81"/>
                      <a:pt x="5" y="86"/>
                      <a:pt x="5" y="86"/>
                    </a:cubicBezTo>
                    <a:cubicBezTo>
                      <a:pt x="9" y="95"/>
                      <a:pt x="7" y="97"/>
                      <a:pt x="0" y="105"/>
                    </a:cubicBezTo>
                    <a:cubicBezTo>
                      <a:pt x="17" y="107"/>
                      <a:pt x="22" y="107"/>
                      <a:pt x="16" y="120"/>
                    </a:cubicBezTo>
                    <a:cubicBezTo>
                      <a:pt x="27" y="122"/>
                      <a:pt x="48" y="116"/>
                      <a:pt x="59" y="115"/>
                    </a:cubicBezTo>
                    <a:cubicBezTo>
                      <a:pt x="71" y="112"/>
                      <a:pt x="73" y="117"/>
                      <a:pt x="83" y="111"/>
                    </a:cubicBezTo>
                    <a:cubicBezTo>
                      <a:pt x="89" y="96"/>
                      <a:pt x="83" y="100"/>
                      <a:pt x="97" y="96"/>
                    </a:cubicBezTo>
                    <a:cubicBezTo>
                      <a:pt x="100" y="94"/>
                      <a:pt x="103" y="93"/>
                      <a:pt x="105" y="90"/>
                    </a:cubicBezTo>
                    <a:cubicBezTo>
                      <a:pt x="106" y="88"/>
                      <a:pt x="106" y="85"/>
                      <a:pt x="108" y="84"/>
                    </a:cubicBezTo>
                    <a:cubicBezTo>
                      <a:pt x="112" y="80"/>
                      <a:pt x="140" y="69"/>
                      <a:pt x="148" y="67"/>
                    </a:cubicBezTo>
                    <a:cubicBezTo>
                      <a:pt x="160" y="52"/>
                      <a:pt x="153" y="56"/>
                      <a:pt x="167" y="52"/>
                    </a:cubicBezTo>
                    <a:cubicBezTo>
                      <a:pt x="178" y="55"/>
                      <a:pt x="179" y="62"/>
                      <a:pt x="191" y="58"/>
                    </a:cubicBezTo>
                    <a:cubicBezTo>
                      <a:pt x="199" y="52"/>
                      <a:pt x="206" y="51"/>
                      <a:pt x="215" y="46"/>
                    </a:cubicBezTo>
                    <a:cubicBezTo>
                      <a:pt x="226" y="58"/>
                      <a:pt x="217" y="46"/>
                      <a:pt x="223" y="69"/>
                    </a:cubicBezTo>
                    <a:cubicBezTo>
                      <a:pt x="226" y="79"/>
                      <a:pt x="233" y="85"/>
                      <a:pt x="237" y="94"/>
                    </a:cubicBezTo>
                    <a:cubicBezTo>
                      <a:pt x="227" y="100"/>
                      <a:pt x="229" y="104"/>
                      <a:pt x="218" y="107"/>
                    </a:cubicBezTo>
                    <a:cubicBezTo>
                      <a:pt x="207" y="120"/>
                      <a:pt x="203" y="113"/>
                      <a:pt x="188" y="109"/>
                    </a:cubicBezTo>
                    <a:cubicBezTo>
                      <a:pt x="191" y="117"/>
                      <a:pt x="200" y="127"/>
                      <a:pt x="210" y="132"/>
                    </a:cubicBezTo>
                    <a:cubicBezTo>
                      <a:pt x="218" y="114"/>
                      <a:pt x="211" y="122"/>
                      <a:pt x="231" y="113"/>
                    </a:cubicBezTo>
                    <a:cubicBezTo>
                      <a:pt x="237" y="111"/>
                      <a:pt x="248" y="105"/>
                      <a:pt x="248" y="105"/>
                    </a:cubicBezTo>
                    <a:cubicBezTo>
                      <a:pt x="248" y="100"/>
                      <a:pt x="246" y="94"/>
                      <a:pt x="250" y="90"/>
                    </a:cubicBezTo>
                    <a:cubicBezTo>
                      <a:pt x="253" y="88"/>
                      <a:pt x="254" y="96"/>
                      <a:pt x="258" y="96"/>
                    </a:cubicBezTo>
                    <a:cubicBezTo>
                      <a:pt x="262" y="97"/>
                      <a:pt x="264" y="94"/>
                      <a:pt x="266" y="92"/>
                    </a:cubicBezTo>
                    <a:cubicBezTo>
                      <a:pt x="262" y="82"/>
                      <a:pt x="252" y="77"/>
                      <a:pt x="248" y="67"/>
                    </a:cubicBezTo>
                    <a:cubicBezTo>
                      <a:pt x="250" y="63"/>
                      <a:pt x="255" y="58"/>
                      <a:pt x="253" y="54"/>
                    </a:cubicBezTo>
                    <a:cubicBezTo>
                      <a:pt x="251" y="50"/>
                      <a:pt x="248" y="42"/>
                      <a:pt x="248" y="42"/>
                    </a:cubicBezTo>
                    <a:cubicBezTo>
                      <a:pt x="256" y="32"/>
                      <a:pt x="259" y="35"/>
                      <a:pt x="266" y="44"/>
                    </a:cubicBezTo>
                    <a:cubicBezTo>
                      <a:pt x="270" y="56"/>
                      <a:pt x="276" y="61"/>
                      <a:pt x="285" y="71"/>
                    </a:cubicBezTo>
                    <a:cubicBezTo>
                      <a:pt x="281" y="81"/>
                      <a:pt x="289" y="82"/>
                      <a:pt x="277" y="88"/>
                    </a:cubicBezTo>
                    <a:cubicBezTo>
                      <a:pt x="262" y="106"/>
                      <a:pt x="278" y="83"/>
                      <a:pt x="274" y="101"/>
                    </a:cubicBezTo>
                    <a:cubicBezTo>
                      <a:pt x="274" y="105"/>
                      <a:pt x="268" y="109"/>
                      <a:pt x="266" y="113"/>
                    </a:cubicBezTo>
                    <a:cubicBezTo>
                      <a:pt x="270" y="122"/>
                      <a:pt x="268" y="125"/>
                      <a:pt x="261" y="132"/>
                    </a:cubicBezTo>
                    <a:cubicBezTo>
                      <a:pt x="268" y="149"/>
                      <a:pt x="282" y="134"/>
                      <a:pt x="296" y="130"/>
                    </a:cubicBezTo>
                    <a:cubicBezTo>
                      <a:pt x="299" y="122"/>
                      <a:pt x="295" y="119"/>
                      <a:pt x="299" y="111"/>
                    </a:cubicBezTo>
                    <a:cubicBezTo>
                      <a:pt x="296" y="105"/>
                      <a:pt x="288" y="97"/>
                      <a:pt x="299" y="92"/>
                    </a:cubicBezTo>
                    <a:cubicBezTo>
                      <a:pt x="303" y="90"/>
                      <a:pt x="315" y="88"/>
                      <a:pt x="315" y="88"/>
                    </a:cubicBezTo>
                    <a:cubicBezTo>
                      <a:pt x="326" y="91"/>
                      <a:pt x="325" y="95"/>
                      <a:pt x="331" y="103"/>
                    </a:cubicBezTo>
                    <a:cubicBezTo>
                      <a:pt x="339" y="84"/>
                      <a:pt x="331" y="90"/>
                      <a:pt x="361" y="92"/>
                    </a:cubicBezTo>
                    <a:cubicBezTo>
                      <a:pt x="355" y="76"/>
                      <a:pt x="365" y="76"/>
                      <a:pt x="382" y="73"/>
                    </a:cubicBezTo>
                    <a:cubicBezTo>
                      <a:pt x="383" y="71"/>
                      <a:pt x="387" y="57"/>
                      <a:pt x="393" y="54"/>
                    </a:cubicBezTo>
                    <a:cubicBezTo>
                      <a:pt x="398" y="52"/>
                      <a:pt x="409" y="50"/>
                      <a:pt x="409" y="50"/>
                    </a:cubicBezTo>
                    <a:cubicBezTo>
                      <a:pt x="430" y="54"/>
                      <a:pt x="413" y="58"/>
                      <a:pt x="431" y="63"/>
                    </a:cubicBezTo>
                    <a:cubicBezTo>
                      <a:pt x="433" y="61"/>
                      <a:pt x="435" y="57"/>
                      <a:pt x="439" y="56"/>
                    </a:cubicBezTo>
                    <a:cubicBezTo>
                      <a:pt x="445" y="55"/>
                      <a:pt x="452" y="61"/>
                      <a:pt x="457" y="58"/>
                    </a:cubicBezTo>
                    <a:cubicBezTo>
                      <a:pt x="461" y="57"/>
                      <a:pt x="457" y="52"/>
                      <a:pt x="455" y="50"/>
                    </a:cubicBezTo>
                    <a:cubicBezTo>
                      <a:pt x="451" y="47"/>
                      <a:pt x="444" y="47"/>
                      <a:pt x="439" y="46"/>
                    </a:cubicBezTo>
                    <a:cubicBezTo>
                      <a:pt x="436" y="45"/>
                      <a:pt x="431" y="44"/>
                      <a:pt x="431" y="44"/>
                    </a:cubicBezTo>
                    <a:cubicBezTo>
                      <a:pt x="440" y="38"/>
                      <a:pt x="443" y="36"/>
                      <a:pt x="455" y="40"/>
                    </a:cubicBezTo>
                    <a:cubicBezTo>
                      <a:pt x="461" y="38"/>
                      <a:pt x="467" y="35"/>
                      <a:pt x="474" y="35"/>
                    </a:cubicBezTo>
                    <a:cubicBezTo>
                      <a:pt x="483" y="36"/>
                      <a:pt x="511" y="43"/>
                      <a:pt x="519" y="46"/>
                    </a:cubicBezTo>
                    <a:cubicBezTo>
                      <a:pt x="527" y="49"/>
                      <a:pt x="544" y="54"/>
                      <a:pt x="544" y="54"/>
                    </a:cubicBezTo>
                    <a:cubicBezTo>
                      <a:pt x="548" y="54"/>
                      <a:pt x="560" y="52"/>
                      <a:pt x="565" y="50"/>
                    </a:cubicBezTo>
                    <a:cubicBezTo>
                      <a:pt x="570" y="47"/>
                      <a:pt x="581" y="42"/>
                      <a:pt x="581" y="42"/>
                    </a:cubicBezTo>
                    <a:cubicBezTo>
                      <a:pt x="585" y="42"/>
                      <a:pt x="598" y="44"/>
                      <a:pt x="600" y="48"/>
                    </a:cubicBezTo>
                    <a:cubicBezTo>
                      <a:pt x="603" y="55"/>
                      <a:pt x="589" y="61"/>
                      <a:pt x="584" y="63"/>
                    </a:cubicBezTo>
                    <a:cubicBezTo>
                      <a:pt x="576" y="69"/>
                      <a:pt x="568" y="69"/>
                      <a:pt x="565" y="77"/>
                    </a:cubicBezTo>
                    <a:cubicBezTo>
                      <a:pt x="568" y="86"/>
                      <a:pt x="564" y="92"/>
                      <a:pt x="568" y="101"/>
                    </a:cubicBezTo>
                    <a:cubicBezTo>
                      <a:pt x="574" y="93"/>
                      <a:pt x="577" y="91"/>
                      <a:pt x="589" y="94"/>
                    </a:cubicBezTo>
                    <a:cubicBezTo>
                      <a:pt x="595" y="108"/>
                      <a:pt x="602" y="93"/>
                      <a:pt x="611" y="88"/>
                    </a:cubicBezTo>
                    <a:cubicBezTo>
                      <a:pt x="613" y="86"/>
                      <a:pt x="613" y="83"/>
                      <a:pt x="616" y="82"/>
                    </a:cubicBezTo>
                    <a:cubicBezTo>
                      <a:pt x="618" y="80"/>
                      <a:pt x="622" y="81"/>
                      <a:pt x="624" y="80"/>
                    </a:cubicBezTo>
                    <a:cubicBezTo>
                      <a:pt x="626" y="78"/>
                      <a:pt x="626" y="75"/>
                      <a:pt x="627" y="73"/>
                    </a:cubicBezTo>
                    <a:cubicBezTo>
                      <a:pt x="632" y="65"/>
                      <a:pt x="638" y="63"/>
                      <a:pt x="648" y="61"/>
                    </a:cubicBezTo>
                    <a:cubicBezTo>
                      <a:pt x="664" y="62"/>
                      <a:pt x="684" y="69"/>
                      <a:pt x="700" y="69"/>
                    </a:cubicBezTo>
                    <a:lnTo>
                      <a:pt x="794" y="8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Freeform 76"/>
              <p:cNvSpPr>
                <a:spLocks/>
              </p:cNvSpPr>
              <p:nvPr userDrawn="1"/>
            </p:nvSpPr>
            <p:spPr bwMode="ltGray">
              <a:xfrm>
                <a:off x="971" y="91"/>
                <a:ext cx="30" cy="25"/>
              </a:xfrm>
              <a:custGeom>
                <a:avLst/>
                <a:gdLst>
                  <a:gd name="T0" fmla="*/ 3 w 31"/>
                  <a:gd name="T1" fmla="*/ 13 h 30"/>
                  <a:gd name="T2" fmla="*/ 27 w 31"/>
                  <a:gd name="T3" fmla="*/ 0 h 30"/>
                  <a:gd name="T4" fmla="*/ 15 w 31"/>
                  <a:gd name="T5" fmla="*/ 12 h 30"/>
                  <a:gd name="T6" fmla="*/ 3 w 31"/>
                  <a:gd name="T7" fmla="*/ 13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30">
                    <a:moveTo>
                      <a:pt x="3" y="28"/>
                    </a:moveTo>
                    <a:cubicBezTo>
                      <a:pt x="8" y="8"/>
                      <a:pt x="12" y="6"/>
                      <a:pt x="31" y="0"/>
                    </a:cubicBezTo>
                    <a:cubicBezTo>
                      <a:pt x="29" y="5"/>
                      <a:pt x="25" y="22"/>
                      <a:pt x="19" y="24"/>
                    </a:cubicBezTo>
                    <a:cubicBezTo>
                      <a:pt x="0" y="30"/>
                      <a:pt x="3" y="9"/>
                      <a:pt x="3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Freeform 77"/>
              <p:cNvSpPr>
                <a:spLocks/>
              </p:cNvSpPr>
              <p:nvPr userDrawn="1"/>
            </p:nvSpPr>
            <p:spPr bwMode="ltGray">
              <a:xfrm>
                <a:off x="935" y="125"/>
                <a:ext cx="45" cy="27"/>
              </a:xfrm>
              <a:custGeom>
                <a:avLst/>
                <a:gdLst>
                  <a:gd name="T0" fmla="*/ 6 w 44"/>
                  <a:gd name="T1" fmla="*/ 16 h 32"/>
                  <a:gd name="T2" fmla="*/ 26 w 44"/>
                  <a:gd name="T3" fmla="*/ 0 h 32"/>
                  <a:gd name="T4" fmla="*/ 42 w 44"/>
                  <a:gd name="T5" fmla="*/ 3 h 32"/>
                  <a:gd name="T6" fmla="*/ 6 w 44"/>
                  <a:gd name="T7" fmla="*/ 1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32">
                    <a:moveTo>
                      <a:pt x="6" y="32"/>
                    </a:moveTo>
                    <a:cubicBezTo>
                      <a:pt x="0" y="14"/>
                      <a:pt x="7" y="10"/>
                      <a:pt x="22" y="0"/>
                    </a:cubicBezTo>
                    <a:cubicBezTo>
                      <a:pt x="27" y="1"/>
                      <a:pt x="35" y="0"/>
                      <a:pt x="38" y="4"/>
                    </a:cubicBezTo>
                    <a:cubicBezTo>
                      <a:pt x="44" y="13"/>
                      <a:pt x="16" y="32"/>
                      <a:pt x="6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Freeform 78"/>
              <p:cNvSpPr>
                <a:spLocks/>
              </p:cNvSpPr>
              <p:nvPr userDrawn="1"/>
            </p:nvSpPr>
            <p:spPr bwMode="ltGray">
              <a:xfrm>
                <a:off x="1081" y="226"/>
                <a:ext cx="75" cy="14"/>
              </a:xfrm>
              <a:custGeom>
                <a:avLst/>
                <a:gdLst>
                  <a:gd name="T0" fmla="*/ 37 w 76"/>
                  <a:gd name="T1" fmla="*/ 7 h 18"/>
                  <a:gd name="T2" fmla="*/ 25 w 76"/>
                  <a:gd name="T3" fmla="*/ 2 h 18"/>
                  <a:gd name="T4" fmla="*/ 37 w 76"/>
                  <a:gd name="T5" fmla="*/ 7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18">
                    <a:moveTo>
                      <a:pt x="37" y="18"/>
                    </a:moveTo>
                    <a:cubicBezTo>
                      <a:pt x="25" y="14"/>
                      <a:pt x="0" y="10"/>
                      <a:pt x="25" y="2"/>
                    </a:cubicBezTo>
                    <a:cubicBezTo>
                      <a:pt x="76" y="9"/>
                      <a:pt x="46" y="0"/>
                      <a:pt x="37" y="1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Freeform 79"/>
              <p:cNvSpPr>
                <a:spLocks/>
              </p:cNvSpPr>
              <p:nvPr userDrawn="1"/>
            </p:nvSpPr>
            <p:spPr bwMode="ltGray">
              <a:xfrm>
                <a:off x="1210" y="223"/>
                <a:ext cx="42" cy="37"/>
              </a:xfrm>
              <a:custGeom>
                <a:avLst/>
                <a:gdLst>
                  <a:gd name="T0" fmla="*/ 0 w 42"/>
                  <a:gd name="T1" fmla="*/ 11 h 44"/>
                  <a:gd name="T2" fmla="*/ 12 w 42"/>
                  <a:gd name="T3" fmla="*/ 5 h 44"/>
                  <a:gd name="T4" fmla="*/ 0 w 42"/>
                  <a:gd name="T5" fmla="*/ 11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44">
                    <a:moveTo>
                      <a:pt x="0" y="21"/>
                    </a:moveTo>
                    <a:cubicBezTo>
                      <a:pt x="4" y="17"/>
                      <a:pt x="7" y="11"/>
                      <a:pt x="12" y="9"/>
                    </a:cubicBezTo>
                    <a:cubicBezTo>
                      <a:pt x="42" y="0"/>
                      <a:pt x="23" y="44"/>
                      <a:pt x="0" y="2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Freeform 80"/>
              <p:cNvSpPr>
                <a:spLocks/>
              </p:cNvSpPr>
              <p:nvPr userDrawn="1"/>
            </p:nvSpPr>
            <p:spPr bwMode="ltGray">
              <a:xfrm>
                <a:off x="865" y="123"/>
                <a:ext cx="33" cy="24"/>
              </a:xfrm>
              <a:custGeom>
                <a:avLst/>
                <a:gdLst>
                  <a:gd name="T0" fmla="*/ 7 w 31"/>
                  <a:gd name="T1" fmla="*/ 9 h 30"/>
                  <a:gd name="T2" fmla="*/ 39 w 31"/>
                  <a:gd name="T3" fmla="*/ 4 h 30"/>
                  <a:gd name="T4" fmla="*/ 7 w 31"/>
                  <a:gd name="T5" fmla="*/ 9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0">
                    <a:moveTo>
                      <a:pt x="7" y="22"/>
                    </a:moveTo>
                    <a:cubicBezTo>
                      <a:pt x="0" y="0"/>
                      <a:pt x="15" y="6"/>
                      <a:pt x="31" y="10"/>
                    </a:cubicBezTo>
                    <a:cubicBezTo>
                      <a:pt x="14" y="16"/>
                      <a:pt x="15" y="30"/>
                      <a:pt x="7" y="2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" name="Group 81"/>
            <p:cNvGrpSpPr>
              <a:grpSpLocks/>
            </p:cNvGrpSpPr>
            <p:nvPr userDrawn="1"/>
          </p:nvGrpSpPr>
          <p:grpSpPr bwMode="auto">
            <a:xfrm>
              <a:off x="7" y="-60"/>
              <a:ext cx="5739" cy="418"/>
              <a:chOff x="1056" y="111"/>
              <a:chExt cx="2448" cy="418"/>
            </a:xfrm>
          </p:grpSpPr>
          <p:sp>
            <p:nvSpPr>
              <p:cNvPr id="35" name="Line 82"/>
              <p:cNvSpPr>
                <a:spLocks noChangeShapeType="1"/>
              </p:cNvSpPr>
              <p:nvPr userDrawn="1"/>
            </p:nvSpPr>
            <p:spPr bwMode="white">
              <a:xfrm>
                <a:off x="1056" y="332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83"/>
              <p:cNvSpPr>
                <a:spLocks noChangeShapeType="1"/>
              </p:cNvSpPr>
              <p:nvPr userDrawn="1"/>
            </p:nvSpPr>
            <p:spPr bwMode="white">
              <a:xfrm>
                <a:off x="1254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84"/>
              <p:cNvSpPr>
                <a:spLocks noChangeShapeType="1"/>
              </p:cNvSpPr>
              <p:nvPr userDrawn="1"/>
            </p:nvSpPr>
            <p:spPr bwMode="white">
              <a:xfrm>
                <a:off x="1482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85"/>
              <p:cNvSpPr>
                <a:spLocks noChangeShapeType="1"/>
              </p:cNvSpPr>
              <p:nvPr userDrawn="1"/>
            </p:nvSpPr>
            <p:spPr bwMode="white">
              <a:xfrm>
                <a:off x="1710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86"/>
              <p:cNvSpPr>
                <a:spLocks noChangeShapeType="1"/>
              </p:cNvSpPr>
              <p:nvPr userDrawn="1"/>
            </p:nvSpPr>
            <p:spPr bwMode="white">
              <a:xfrm>
                <a:off x="1938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87"/>
              <p:cNvSpPr>
                <a:spLocks noChangeShapeType="1"/>
              </p:cNvSpPr>
              <p:nvPr userDrawn="1"/>
            </p:nvSpPr>
            <p:spPr bwMode="white">
              <a:xfrm>
                <a:off x="2166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88"/>
              <p:cNvSpPr>
                <a:spLocks noChangeShapeType="1"/>
              </p:cNvSpPr>
              <p:nvPr userDrawn="1"/>
            </p:nvSpPr>
            <p:spPr bwMode="white">
              <a:xfrm>
                <a:off x="2394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89"/>
              <p:cNvSpPr>
                <a:spLocks noChangeShapeType="1"/>
              </p:cNvSpPr>
              <p:nvPr userDrawn="1"/>
            </p:nvSpPr>
            <p:spPr bwMode="white">
              <a:xfrm>
                <a:off x="2622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90"/>
              <p:cNvSpPr>
                <a:spLocks noChangeShapeType="1"/>
              </p:cNvSpPr>
              <p:nvPr userDrawn="1"/>
            </p:nvSpPr>
            <p:spPr bwMode="white">
              <a:xfrm>
                <a:off x="2850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91"/>
              <p:cNvSpPr>
                <a:spLocks noChangeShapeType="1"/>
              </p:cNvSpPr>
              <p:nvPr userDrawn="1"/>
            </p:nvSpPr>
            <p:spPr bwMode="white">
              <a:xfrm>
                <a:off x="3078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92"/>
              <p:cNvSpPr>
                <a:spLocks noChangeShapeType="1"/>
              </p:cNvSpPr>
              <p:nvPr userDrawn="1"/>
            </p:nvSpPr>
            <p:spPr bwMode="white">
              <a:xfrm>
                <a:off x="3306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" name="Group 93"/>
            <p:cNvGrpSpPr>
              <a:grpSpLocks/>
            </p:cNvGrpSpPr>
            <p:nvPr userDrawn="1"/>
          </p:nvGrpSpPr>
          <p:grpSpPr bwMode="auto">
            <a:xfrm>
              <a:off x="-1261" y="6"/>
              <a:ext cx="2098" cy="671"/>
              <a:chOff x="1208" y="109"/>
              <a:chExt cx="2098" cy="423"/>
            </a:xfrm>
          </p:grpSpPr>
          <p:sp>
            <p:nvSpPr>
              <p:cNvPr id="20" name="Line 94"/>
              <p:cNvSpPr>
                <a:spLocks noChangeShapeType="1"/>
              </p:cNvSpPr>
              <p:nvPr userDrawn="1"/>
            </p:nvSpPr>
            <p:spPr bwMode="ltGray">
              <a:xfrm>
                <a:off x="2850" y="110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95"/>
              <p:cNvSpPr>
                <a:spLocks noChangeShapeType="1"/>
              </p:cNvSpPr>
              <p:nvPr userDrawn="1"/>
            </p:nvSpPr>
            <p:spPr bwMode="ltGray">
              <a:xfrm>
                <a:off x="2972" y="332"/>
                <a:ext cx="70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96"/>
              <p:cNvSpPr>
                <a:spLocks noChangeShapeType="1"/>
              </p:cNvSpPr>
              <p:nvPr userDrawn="1"/>
            </p:nvSpPr>
            <p:spPr bwMode="ltGray">
              <a:xfrm>
                <a:off x="3078" y="350"/>
                <a:ext cx="0" cy="28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97"/>
              <p:cNvSpPr>
                <a:spLocks noChangeShapeType="1"/>
              </p:cNvSpPr>
              <p:nvPr userDrawn="1"/>
            </p:nvSpPr>
            <p:spPr bwMode="ltGray">
              <a:xfrm>
                <a:off x="3306" y="450"/>
                <a:ext cx="0" cy="79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98"/>
              <p:cNvSpPr>
                <a:spLocks noChangeShapeType="1"/>
              </p:cNvSpPr>
              <p:nvPr userDrawn="1"/>
            </p:nvSpPr>
            <p:spPr bwMode="ltGray">
              <a:xfrm>
                <a:off x="2166" y="114"/>
                <a:ext cx="0" cy="6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99"/>
              <p:cNvSpPr>
                <a:spLocks noChangeShapeType="1"/>
              </p:cNvSpPr>
              <p:nvPr userDrawn="1"/>
            </p:nvSpPr>
            <p:spPr bwMode="ltGray">
              <a:xfrm>
                <a:off x="1938" y="111"/>
                <a:ext cx="0" cy="337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00"/>
              <p:cNvSpPr>
                <a:spLocks noChangeShapeType="1"/>
              </p:cNvSpPr>
              <p:nvPr userDrawn="1"/>
            </p:nvSpPr>
            <p:spPr bwMode="ltGray">
              <a:xfrm flipH="1">
                <a:off x="1912" y="332"/>
                <a:ext cx="6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01"/>
              <p:cNvSpPr>
                <a:spLocks noChangeShapeType="1"/>
              </p:cNvSpPr>
              <p:nvPr userDrawn="1"/>
            </p:nvSpPr>
            <p:spPr bwMode="ltGray">
              <a:xfrm>
                <a:off x="1778" y="332"/>
                <a:ext cx="60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102"/>
              <p:cNvSpPr>
                <a:spLocks noChangeShapeType="1"/>
              </p:cNvSpPr>
              <p:nvPr userDrawn="1"/>
            </p:nvSpPr>
            <p:spPr bwMode="ltGray">
              <a:xfrm flipH="1">
                <a:off x="1578" y="332"/>
                <a:ext cx="82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103"/>
              <p:cNvSpPr>
                <a:spLocks noChangeShapeType="1"/>
              </p:cNvSpPr>
              <p:nvPr userDrawn="1"/>
            </p:nvSpPr>
            <p:spPr bwMode="ltGray">
              <a:xfrm>
                <a:off x="1208" y="332"/>
                <a:ext cx="34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104"/>
              <p:cNvSpPr>
                <a:spLocks noChangeShapeType="1"/>
              </p:cNvSpPr>
              <p:nvPr userDrawn="1"/>
            </p:nvSpPr>
            <p:spPr bwMode="ltGray">
              <a:xfrm>
                <a:off x="1480" y="234"/>
                <a:ext cx="0" cy="298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105"/>
              <p:cNvSpPr>
                <a:spLocks noChangeShapeType="1"/>
              </p:cNvSpPr>
              <p:nvPr userDrawn="1"/>
            </p:nvSpPr>
            <p:spPr bwMode="ltGray">
              <a:xfrm>
                <a:off x="1254" y="252"/>
                <a:ext cx="0" cy="156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106"/>
              <p:cNvSpPr>
                <a:spLocks noChangeShapeType="1"/>
              </p:cNvSpPr>
              <p:nvPr userDrawn="1"/>
            </p:nvSpPr>
            <p:spPr bwMode="ltGray">
              <a:xfrm flipH="1" flipV="1">
                <a:off x="1482" y="109"/>
                <a:ext cx="0" cy="27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107"/>
              <p:cNvSpPr>
                <a:spLocks noChangeShapeType="1"/>
              </p:cNvSpPr>
              <p:nvPr userDrawn="1"/>
            </p:nvSpPr>
            <p:spPr bwMode="ltGray">
              <a:xfrm>
                <a:off x="1710" y="180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108"/>
              <p:cNvSpPr>
                <a:spLocks noChangeShapeType="1"/>
              </p:cNvSpPr>
              <p:nvPr userDrawn="1"/>
            </p:nvSpPr>
            <p:spPr bwMode="ltGray">
              <a:xfrm flipV="1">
                <a:off x="1710" y="111"/>
                <a:ext cx="0" cy="2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Rectangle 109"/>
            <p:cNvSpPr>
              <a:spLocks noChangeArrowheads="1"/>
            </p:cNvSpPr>
            <p:nvPr userDrawn="1"/>
          </p:nvSpPr>
          <p:spPr bwMode="auto">
            <a:xfrm>
              <a:off x="0" y="665"/>
              <a:ext cx="5760" cy="6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2" name="Picture 110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52400" y="5486400"/>
            <a:ext cx="114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" name="Picture 111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5715000"/>
            <a:ext cx="9906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" name="Picture 11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5334000" y="5486400"/>
            <a:ext cx="114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5" name="Picture 113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2743200" y="5486400"/>
            <a:ext cx="114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" name="Picture 114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7924800" y="5486400"/>
            <a:ext cx="114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143000"/>
          </a:xfrm>
          <a:effectLst>
            <a:outerShdw dist="35921" dir="27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7185" name="Rectangle 17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429000"/>
            <a:ext cx="6400800" cy="1752600"/>
          </a:xfrm>
        </p:spPr>
        <p:txBody>
          <a:bodyPr/>
          <a:lstStyle>
            <a:lvl1pPr marL="0" indent="0">
              <a:buFontTx/>
              <a:buNone/>
              <a:defRPr sz="2000" b="1" i="1">
                <a:latin typeface="Arial" charset="0"/>
                <a:ea typeface="標楷體" pitchFamily="65" charset="-120"/>
              </a:defRPr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  <p:sp>
        <p:nvSpPr>
          <p:cNvPr id="107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0960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108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96000"/>
            <a:ext cx="28956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109" name="Rectangle 5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fld id="{B6D971B9-AF8E-448A-A1D6-49B3B123F22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C81B5F-6303-48F8-94DD-EBB3ABDEE03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008242-6F33-4672-BD63-54A680388DA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B4CDCD-06F6-4F85-A0A3-BC4977745F7C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D4FD12-4C36-4C9C-8A56-034FE1EDD72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B66DB4-F0D5-43E7-9F17-D0248D5DD08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17CC85-3400-4CB3-959A-6EC91750614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077FDD-6658-4EA5-A0E6-2C43F044C05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9B27FC-C372-4C1A-BA8C-7870D4A5E1D0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8DE0E3-3F3B-457C-8DD7-F2553A8700B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77000" y="2286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9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CC8BA-0E25-4A92-B7AE-640AED27445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grpSp>
        <p:nvGrpSpPr>
          <p:cNvPr id="1029" name="Group 5"/>
          <p:cNvGrpSpPr>
            <a:grpSpLocks/>
          </p:cNvGrpSpPr>
          <p:nvPr userDrawn="1"/>
        </p:nvGrpSpPr>
        <p:grpSpPr bwMode="auto">
          <a:xfrm>
            <a:off x="0" y="0"/>
            <a:ext cx="9144000" cy="1066800"/>
            <a:chOff x="0" y="0"/>
            <a:chExt cx="5760" cy="725"/>
          </a:xfrm>
        </p:grpSpPr>
        <p:sp>
          <p:nvSpPr>
            <p:cNvPr id="6150" name="Freeform 6"/>
            <p:cNvSpPr>
              <a:spLocks/>
            </p:cNvSpPr>
            <p:nvPr userDrawn="1"/>
          </p:nvSpPr>
          <p:spPr bwMode="ltGray">
            <a:xfrm>
              <a:off x="0" y="3"/>
              <a:ext cx="5760" cy="669"/>
            </a:xfrm>
            <a:custGeom>
              <a:avLst/>
              <a:gdLst>
                <a:gd name="T0" fmla="*/ 4848 w 4848"/>
                <a:gd name="T1" fmla="*/ 432 h 432"/>
                <a:gd name="T2" fmla="*/ 0 w 4848"/>
                <a:gd name="T3" fmla="*/ 432 h 432"/>
                <a:gd name="T4" fmla="*/ 0 w 4848"/>
                <a:gd name="T5" fmla="*/ 0 h 432"/>
                <a:gd name="T6" fmla="*/ 4848 w 4848"/>
                <a:gd name="T7" fmla="*/ 0 h 432"/>
                <a:gd name="T8" fmla="*/ 4848 w 4848"/>
                <a:gd name="T9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8" h="432">
                  <a:moveTo>
                    <a:pt x="4848" y="432"/>
                  </a:moveTo>
                  <a:lnTo>
                    <a:pt x="0" y="432"/>
                  </a:lnTo>
                  <a:lnTo>
                    <a:pt x="0" y="0"/>
                  </a:lnTo>
                  <a:lnTo>
                    <a:pt x="4848" y="0"/>
                  </a:lnTo>
                  <a:lnTo>
                    <a:pt x="4848" y="432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036" name="Group 7"/>
            <p:cNvGrpSpPr>
              <a:grpSpLocks/>
            </p:cNvGrpSpPr>
            <p:nvPr userDrawn="1"/>
          </p:nvGrpSpPr>
          <p:grpSpPr bwMode="auto">
            <a:xfrm>
              <a:off x="333" y="0"/>
              <a:ext cx="5176" cy="672"/>
              <a:chOff x="333" y="-9"/>
              <a:chExt cx="5176" cy="1044"/>
            </a:xfrm>
          </p:grpSpPr>
          <p:sp>
            <p:nvSpPr>
              <p:cNvPr id="1066" name="Freeform 8"/>
              <p:cNvSpPr>
                <a:spLocks/>
              </p:cNvSpPr>
              <p:nvPr userDrawn="1"/>
            </p:nvSpPr>
            <p:spPr bwMode="ltGray">
              <a:xfrm>
                <a:off x="3230" y="949"/>
                <a:ext cx="17" cy="20"/>
              </a:xfrm>
              <a:custGeom>
                <a:avLst/>
                <a:gdLst>
                  <a:gd name="T0" fmla="*/ 9 w 15"/>
                  <a:gd name="T1" fmla="*/ 7 h 23"/>
                  <a:gd name="T2" fmla="*/ 25 w 15"/>
                  <a:gd name="T3" fmla="*/ 3 h 23"/>
                  <a:gd name="T4" fmla="*/ 22 w 15"/>
                  <a:gd name="T5" fmla="*/ 10 h 23"/>
                  <a:gd name="T6" fmla="*/ 9 w 15"/>
                  <a:gd name="T7" fmla="*/ 7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23">
                    <a:moveTo>
                      <a:pt x="5" y="11"/>
                    </a:moveTo>
                    <a:cubicBezTo>
                      <a:pt x="2" y="1"/>
                      <a:pt x="7" y="0"/>
                      <a:pt x="15" y="5"/>
                    </a:cubicBezTo>
                    <a:cubicBezTo>
                      <a:pt x="14" y="9"/>
                      <a:pt x="15" y="13"/>
                      <a:pt x="13" y="17"/>
                    </a:cubicBezTo>
                    <a:cubicBezTo>
                      <a:pt x="9" y="23"/>
                      <a:pt x="0" y="16"/>
                      <a:pt x="5" y="1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7" name="Freeform 9"/>
              <p:cNvSpPr>
                <a:spLocks/>
              </p:cNvSpPr>
              <p:nvPr userDrawn="1"/>
            </p:nvSpPr>
            <p:spPr bwMode="ltGray">
              <a:xfrm>
                <a:off x="3406" y="1015"/>
                <a:ext cx="21" cy="20"/>
              </a:xfrm>
              <a:custGeom>
                <a:avLst/>
                <a:gdLst>
                  <a:gd name="T0" fmla="*/ 3 w 20"/>
                  <a:gd name="T1" fmla="*/ 8 h 23"/>
                  <a:gd name="T2" fmla="*/ 15 w 20"/>
                  <a:gd name="T3" fmla="*/ 3 h 23"/>
                  <a:gd name="T4" fmla="*/ 7 w 20"/>
                  <a:gd name="T5" fmla="*/ 11 h 23"/>
                  <a:gd name="T6" fmla="*/ 3 w 20"/>
                  <a:gd name="T7" fmla="*/ 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23">
                    <a:moveTo>
                      <a:pt x="3" y="13"/>
                    </a:moveTo>
                    <a:cubicBezTo>
                      <a:pt x="0" y="5"/>
                      <a:pt x="2" y="0"/>
                      <a:pt x="11" y="3"/>
                    </a:cubicBezTo>
                    <a:cubicBezTo>
                      <a:pt x="16" y="10"/>
                      <a:pt x="20" y="23"/>
                      <a:pt x="7" y="19"/>
                    </a:cubicBezTo>
                    <a:cubicBezTo>
                      <a:pt x="6" y="17"/>
                      <a:pt x="3" y="13"/>
                      <a:pt x="3" y="1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8" name="Freeform 10"/>
              <p:cNvSpPr>
                <a:spLocks/>
              </p:cNvSpPr>
              <p:nvPr userDrawn="1"/>
            </p:nvSpPr>
            <p:spPr bwMode="ltGray">
              <a:xfrm>
                <a:off x="2909" y="908"/>
                <a:ext cx="31" cy="34"/>
              </a:xfrm>
              <a:custGeom>
                <a:avLst/>
                <a:gdLst>
                  <a:gd name="T0" fmla="*/ 20 w 30"/>
                  <a:gd name="T1" fmla="*/ 15 h 42"/>
                  <a:gd name="T2" fmla="*/ 8 w 30"/>
                  <a:gd name="T3" fmla="*/ 9 h 42"/>
                  <a:gd name="T4" fmla="*/ 0 w 30"/>
                  <a:gd name="T5" fmla="*/ 4 h 42"/>
                  <a:gd name="T6" fmla="*/ 20 w 30"/>
                  <a:gd name="T7" fmla="*/ 2 h 42"/>
                  <a:gd name="T8" fmla="*/ 34 w 30"/>
                  <a:gd name="T9" fmla="*/ 10 h 42"/>
                  <a:gd name="T10" fmla="*/ 32 w 30"/>
                  <a:gd name="T11" fmla="*/ 13 h 42"/>
                  <a:gd name="T12" fmla="*/ 20 w 30"/>
                  <a:gd name="T13" fmla="*/ 15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2">
                    <a:moveTo>
                      <a:pt x="16" y="33"/>
                    </a:moveTo>
                    <a:cubicBezTo>
                      <a:pt x="3" y="20"/>
                      <a:pt x="15" y="34"/>
                      <a:pt x="8" y="21"/>
                    </a:cubicBezTo>
                    <a:cubicBezTo>
                      <a:pt x="6" y="17"/>
                      <a:pt x="0" y="9"/>
                      <a:pt x="0" y="9"/>
                    </a:cubicBezTo>
                    <a:cubicBezTo>
                      <a:pt x="5" y="1"/>
                      <a:pt x="7" y="0"/>
                      <a:pt x="16" y="3"/>
                    </a:cubicBezTo>
                    <a:cubicBezTo>
                      <a:pt x="25" y="16"/>
                      <a:pt x="10" y="16"/>
                      <a:pt x="30" y="23"/>
                    </a:cubicBezTo>
                    <a:cubicBezTo>
                      <a:pt x="29" y="26"/>
                      <a:pt x="30" y="29"/>
                      <a:pt x="28" y="31"/>
                    </a:cubicBezTo>
                    <a:cubicBezTo>
                      <a:pt x="15" y="42"/>
                      <a:pt x="16" y="38"/>
                      <a:pt x="16" y="3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9" name="Freeform 11"/>
              <p:cNvSpPr>
                <a:spLocks/>
              </p:cNvSpPr>
              <p:nvPr userDrawn="1"/>
            </p:nvSpPr>
            <p:spPr bwMode="ltGray">
              <a:xfrm>
                <a:off x="2551" y="940"/>
                <a:ext cx="25" cy="12"/>
              </a:xfrm>
              <a:custGeom>
                <a:avLst/>
                <a:gdLst>
                  <a:gd name="T0" fmla="*/ 15 w 25"/>
                  <a:gd name="T1" fmla="*/ 5 h 16"/>
                  <a:gd name="T2" fmla="*/ 3 w 25"/>
                  <a:gd name="T3" fmla="*/ 3 h 16"/>
                  <a:gd name="T4" fmla="*/ 15 w 25"/>
                  <a:gd name="T5" fmla="*/ 0 h 16"/>
                  <a:gd name="T6" fmla="*/ 15 w 25"/>
                  <a:gd name="T7" fmla="*/ 5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16">
                    <a:moveTo>
                      <a:pt x="15" y="16"/>
                    </a:moveTo>
                    <a:cubicBezTo>
                      <a:pt x="10" y="15"/>
                      <a:pt x="0" y="12"/>
                      <a:pt x="3" y="8"/>
                    </a:cubicBezTo>
                    <a:cubicBezTo>
                      <a:pt x="6" y="4"/>
                      <a:pt x="15" y="0"/>
                      <a:pt x="15" y="0"/>
                    </a:cubicBezTo>
                    <a:cubicBezTo>
                      <a:pt x="17" y="3"/>
                      <a:pt x="25" y="16"/>
                      <a:pt x="15" y="1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0" name="Freeform 12"/>
              <p:cNvSpPr>
                <a:spLocks/>
              </p:cNvSpPr>
              <p:nvPr userDrawn="1"/>
            </p:nvSpPr>
            <p:spPr bwMode="ltGray">
              <a:xfrm>
                <a:off x="2443" y="954"/>
                <a:ext cx="65" cy="39"/>
              </a:xfrm>
              <a:custGeom>
                <a:avLst/>
                <a:gdLst>
                  <a:gd name="T0" fmla="*/ 14 w 65"/>
                  <a:gd name="T1" fmla="*/ 12 h 46"/>
                  <a:gd name="T2" fmla="*/ 30 w 65"/>
                  <a:gd name="T3" fmla="*/ 3 h 46"/>
                  <a:gd name="T4" fmla="*/ 42 w 65"/>
                  <a:gd name="T5" fmla="*/ 0 h 46"/>
                  <a:gd name="T6" fmla="*/ 58 w 65"/>
                  <a:gd name="T7" fmla="*/ 6 h 46"/>
                  <a:gd name="T8" fmla="*/ 32 w 65"/>
                  <a:gd name="T9" fmla="*/ 14 h 46"/>
                  <a:gd name="T10" fmla="*/ 12 w 65"/>
                  <a:gd name="T11" fmla="*/ 24 h 46"/>
                  <a:gd name="T12" fmla="*/ 8 w 65"/>
                  <a:gd name="T13" fmla="*/ 10 h 46"/>
                  <a:gd name="T14" fmla="*/ 12 w 65"/>
                  <a:gd name="T15" fmla="*/ 7 h 46"/>
                  <a:gd name="T16" fmla="*/ 14 w 65"/>
                  <a:gd name="T17" fmla="*/ 12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5" h="46">
                    <a:moveTo>
                      <a:pt x="14" y="24"/>
                    </a:moveTo>
                    <a:cubicBezTo>
                      <a:pt x="18" y="13"/>
                      <a:pt x="16" y="9"/>
                      <a:pt x="30" y="4"/>
                    </a:cubicBezTo>
                    <a:cubicBezTo>
                      <a:pt x="34" y="3"/>
                      <a:pt x="42" y="0"/>
                      <a:pt x="42" y="0"/>
                    </a:cubicBezTo>
                    <a:cubicBezTo>
                      <a:pt x="50" y="1"/>
                      <a:pt x="65" y="0"/>
                      <a:pt x="58" y="12"/>
                    </a:cubicBezTo>
                    <a:cubicBezTo>
                      <a:pt x="53" y="21"/>
                      <a:pt x="40" y="21"/>
                      <a:pt x="32" y="26"/>
                    </a:cubicBezTo>
                    <a:cubicBezTo>
                      <a:pt x="26" y="35"/>
                      <a:pt x="23" y="42"/>
                      <a:pt x="12" y="46"/>
                    </a:cubicBezTo>
                    <a:cubicBezTo>
                      <a:pt x="0" y="42"/>
                      <a:pt x="5" y="30"/>
                      <a:pt x="8" y="20"/>
                    </a:cubicBezTo>
                    <a:cubicBezTo>
                      <a:pt x="9" y="18"/>
                      <a:pt x="10" y="13"/>
                      <a:pt x="12" y="14"/>
                    </a:cubicBezTo>
                    <a:cubicBezTo>
                      <a:pt x="15" y="16"/>
                      <a:pt x="13" y="21"/>
                      <a:pt x="14" y="2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1" name="Freeform 13"/>
              <p:cNvSpPr>
                <a:spLocks/>
              </p:cNvSpPr>
              <p:nvPr userDrawn="1"/>
            </p:nvSpPr>
            <p:spPr bwMode="ltGray">
              <a:xfrm>
                <a:off x="2375" y="952"/>
                <a:ext cx="68" cy="39"/>
              </a:xfrm>
              <a:custGeom>
                <a:avLst/>
                <a:gdLst>
                  <a:gd name="T0" fmla="*/ 0 w 69"/>
                  <a:gd name="T1" fmla="*/ 15 h 47"/>
                  <a:gd name="T2" fmla="*/ 18 w 69"/>
                  <a:gd name="T3" fmla="*/ 12 h 47"/>
                  <a:gd name="T4" fmla="*/ 48 w 69"/>
                  <a:gd name="T5" fmla="*/ 1 h 47"/>
                  <a:gd name="T6" fmla="*/ 60 w 69"/>
                  <a:gd name="T7" fmla="*/ 2 h 47"/>
                  <a:gd name="T8" fmla="*/ 46 w 69"/>
                  <a:gd name="T9" fmla="*/ 9 h 47"/>
                  <a:gd name="T10" fmla="*/ 28 w 69"/>
                  <a:gd name="T11" fmla="*/ 15 h 47"/>
                  <a:gd name="T12" fmla="*/ 22 w 69"/>
                  <a:gd name="T13" fmla="*/ 22 h 47"/>
                  <a:gd name="T14" fmla="*/ 16 w 69"/>
                  <a:gd name="T15" fmla="*/ 22 h 47"/>
                  <a:gd name="T16" fmla="*/ 12 w 69"/>
                  <a:gd name="T17" fmla="*/ 18 h 47"/>
                  <a:gd name="T18" fmla="*/ 0 w 69"/>
                  <a:gd name="T19" fmla="*/ 17 h 47"/>
                  <a:gd name="T20" fmla="*/ 0 w 69"/>
                  <a:gd name="T21" fmla="*/ 15 h 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9" h="47">
                    <a:moveTo>
                      <a:pt x="0" y="31"/>
                    </a:moveTo>
                    <a:cubicBezTo>
                      <a:pt x="7" y="24"/>
                      <a:pt x="9" y="22"/>
                      <a:pt x="18" y="25"/>
                    </a:cubicBezTo>
                    <a:cubicBezTo>
                      <a:pt x="25" y="4"/>
                      <a:pt x="36" y="12"/>
                      <a:pt x="52" y="1"/>
                    </a:cubicBezTo>
                    <a:cubicBezTo>
                      <a:pt x="56" y="2"/>
                      <a:pt x="61" y="0"/>
                      <a:pt x="64" y="3"/>
                    </a:cubicBezTo>
                    <a:cubicBezTo>
                      <a:pt x="69" y="8"/>
                      <a:pt x="50" y="19"/>
                      <a:pt x="50" y="19"/>
                    </a:cubicBezTo>
                    <a:cubicBezTo>
                      <a:pt x="46" y="31"/>
                      <a:pt x="35" y="22"/>
                      <a:pt x="28" y="33"/>
                    </a:cubicBezTo>
                    <a:cubicBezTo>
                      <a:pt x="31" y="41"/>
                      <a:pt x="31" y="44"/>
                      <a:pt x="22" y="47"/>
                    </a:cubicBezTo>
                    <a:cubicBezTo>
                      <a:pt x="20" y="46"/>
                      <a:pt x="18" y="46"/>
                      <a:pt x="16" y="45"/>
                    </a:cubicBezTo>
                    <a:cubicBezTo>
                      <a:pt x="14" y="43"/>
                      <a:pt x="14" y="40"/>
                      <a:pt x="12" y="39"/>
                    </a:cubicBezTo>
                    <a:cubicBezTo>
                      <a:pt x="8" y="37"/>
                      <a:pt x="0" y="35"/>
                      <a:pt x="0" y="35"/>
                    </a:cubicBezTo>
                    <a:cubicBezTo>
                      <a:pt x="2" y="26"/>
                      <a:pt x="3" y="25"/>
                      <a:pt x="0" y="3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2" name="Freeform 14"/>
              <p:cNvSpPr>
                <a:spLocks/>
              </p:cNvSpPr>
              <p:nvPr userDrawn="1"/>
            </p:nvSpPr>
            <p:spPr bwMode="ltGray">
              <a:xfrm>
                <a:off x="2007" y="739"/>
                <a:ext cx="354" cy="228"/>
              </a:xfrm>
              <a:custGeom>
                <a:avLst/>
                <a:gdLst>
                  <a:gd name="T0" fmla="*/ 10 w 355"/>
                  <a:gd name="T1" fmla="*/ 2 h 277"/>
                  <a:gd name="T2" fmla="*/ 36 w 355"/>
                  <a:gd name="T3" fmla="*/ 8 h 277"/>
                  <a:gd name="T4" fmla="*/ 46 w 355"/>
                  <a:gd name="T5" fmla="*/ 14 h 277"/>
                  <a:gd name="T6" fmla="*/ 76 w 355"/>
                  <a:gd name="T7" fmla="*/ 24 h 277"/>
                  <a:gd name="T8" fmla="*/ 92 w 355"/>
                  <a:gd name="T9" fmla="*/ 30 h 277"/>
                  <a:gd name="T10" fmla="*/ 122 w 355"/>
                  <a:gd name="T11" fmla="*/ 45 h 277"/>
                  <a:gd name="T12" fmla="*/ 136 w 355"/>
                  <a:gd name="T13" fmla="*/ 58 h 277"/>
                  <a:gd name="T14" fmla="*/ 148 w 355"/>
                  <a:gd name="T15" fmla="*/ 61 h 277"/>
                  <a:gd name="T16" fmla="*/ 154 w 355"/>
                  <a:gd name="T17" fmla="*/ 68 h 277"/>
                  <a:gd name="T18" fmla="*/ 176 w 355"/>
                  <a:gd name="T19" fmla="*/ 70 h 277"/>
                  <a:gd name="T20" fmla="*/ 170 w 355"/>
                  <a:gd name="T21" fmla="*/ 90 h 277"/>
                  <a:gd name="T22" fmla="*/ 177 w 355"/>
                  <a:gd name="T23" fmla="*/ 102 h 277"/>
                  <a:gd name="T24" fmla="*/ 194 w 355"/>
                  <a:gd name="T25" fmla="*/ 106 h 277"/>
                  <a:gd name="T26" fmla="*/ 212 w 355"/>
                  <a:gd name="T27" fmla="*/ 108 h 277"/>
                  <a:gd name="T28" fmla="*/ 232 w 355"/>
                  <a:gd name="T29" fmla="*/ 111 h 277"/>
                  <a:gd name="T30" fmla="*/ 250 w 355"/>
                  <a:gd name="T31" fmla="*/ 109 h 277"/>
                  <a:gd name="T32" fmla="*/ 268 w 355"/>
                  <a:gd name="T33" fmla="*/ 114 h 277"/>
                  <a:gd name="T34" fmla="*/ 292 w 355"/>
                  <a:gd name="T35" fmla="*/ 118 h 277"/>
                  <a:gd name="T36" fmla="*/ 310 w 355"/>
                  <a:gd name="T37" fmla="*/ 121 h 277"/>
                  <a:gd name="T38" fmla="*/ 348 w 355"/>
                  <a:gd name="T39" fmla="*/ 122 h 277"/>
                  <a:gd name="T40" fmla="*/ 338 w 355"/>
                  <a:gd name="T41" fmla="*/ 126 h 277"/>
                  <a:gd name="T42" fmla="*/ 318 w 355"/>
                  <a:gd name="T43" fmla="*/ 124 h 277"/>
                  <a:gd name="T44" fmla="*/ 296 w 355"/>
                  <a:gd name="T45" fmla="*/ 124 h 277"/>
                  <a:gd name="T46" fmla="*/ 284 w 355"/>
                  <a:gd name="T47" fmla="*/ 122 h 277"/>
                  <a:gd name="T48" fmla="*/ 248 w 355"/>
                  <a:gd name="T49" fmla="*/ 121 h 277"/>
                  <a:gd name="T50" fmla="*/ 230 w 355"/>
                  <a:gd name="T51" fmla="*/ 119 h 277"/>
                  <a:gd name="T52" fmla="*/ 172 w 355"/>
                  <a:gd name="T53" fmla="*/ 111 h 277"/>
                  <a:gd name="T54" fmla="*/ 160 w 355"/>
                  <a:gd name="T55" fmla="*/ 100 h 277"/>
                  <a:gd name="T56" fmla="*/ 126 w 355"/>
                  <a:gd name="T57" fmla="*/ 92 h 277"/>
                  <a:gd name="T58" fmla="*/ 108 w 355"/>
                  <a:gd name="T59" fmla="*/ 86 h 277"/>
                  <a:gd name="T60" fmla="*/ 94 w 355"/>
                  <a:gd name="T61" fmla="*/ 72 h 277"/>
                  <a:gd name="T62" fmla="*/ 68 w 355"/>
                  <a:gd name="T63" fmla="*/ 49 h 277"/>
                  <a:gd name="T64" fmla="*/ 64 w 355"/>
                  <a:gd name="T65" fmla="*/ 47 h 277"/>
                  <a:gd name="T66" fmla="*/ 58 w 355"/>
                  <a:gd name="T67" fmla="*/ 45 h 277"/>
                  <a:gd name="T68" fmla="*/ 54 w 355"/>
                  <a:gd name="T69" fmla="*/ 40 h 277"/>
                  <a:gd name="T70" fmla="*/ 38 w 355"/>
                  <a:gd name="T71" fmla="*/ 27 h 277"/>
                  <a:gd name="T72" fmla="*/ 20 w 355"/>
                  <a:gd name="T73" fmla="*/ 18 h 277"/>
                  <a:gd name="T74" fmla="*/ 4 w 355"/>
                  <a:gd name="T75" fmla="*/ 10 h 277"/>
                  <a:gd name="T76" fmla="*/ 10 w 355"/>
                  <a:gd name="T77" fmla="*/ 2 h 277"/>
                  <a:gd name="T78" fmla="*/ 10 w 355"/>
                  <a:gd name="T79" fmla="*/ 2 h 277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55" h="277">
                    <a:moveTo>
                      <a:pt x="10" y="4"/>
                    </a:moveTo>
                    <a:cubicBezTo>
                      <a:pt x="22" y="0"/>
                      <a:pt x="24" y="14"/>
                      <a:pt x="36" y="18"/>
                    </a:cubicBezTo>
                    <a:cubicBezTo>
                      <a:pt x="37" y="19"/>
                      <a:pt x="45" y="29"/>
                      <a:pt x="46" y="30"/>
                    </a:cubicBezTo>
                    <a:cubicBezTo>
                      <a:pt x="56" y="40"/>
                      <a:pt x="67" y="38"/>
                      <a:pt x="76" y="52"/>
                    </a:cubicBezTo>
                    <a:cubicBezTo>
                      <a:pt x="80" y="58"/>
                      <a:pt x="92" y="66"/>
                      <a:pt x="92" y="66"/>
                    </a:cubicBezTo>
                    <a:cubicBezTo>
                      <a:pt x="96" y="79"/>
                      <a:pt x="112" y="88"/>
                      <a:pt x="122" y="98"/>
                    </a:cubicBezTo>
                    <a:cubicBezTo>
                      <a:pt x="124" y="105"/>
                      <a:pt x="130" y="124"/>
                      <a:pt x="136" y="128"/>
                    </a:cubicBezTo>
                    <a:cubicBezTo>
                      <a:pt x="140" y="130"/>
                      <a:pt x="148" y="132"/>
                      <a:pt x="148" y="132"/>
                    </a:cubicBezTo>
                    <a:cubicBezTo>
                      <a:pt x="150" y="138"/>
                      <a:pt x="154" y="150"/>
                      <a:pt x="154" y="150"/>
                    </a:cubicBezTo>
                    <a:cubicBezTo>
                      <a:pt x="161" y="139"/>
                      <a:pt x="168" y="144"/>
                      <a:pt x="176" y="152"/>
                    </a:cubicBezTo>
                    <a:cubicBezTo>
                      <a:pt x="174" y="167"/>
                      <a:pt x="173" y="181"/>
                      <a:pt x="170" y="196"/>
                    </a:cubicBezTo>
                    <a:cubicBezTo>
                      <a:pt x="171" y="202"/>
                      <a:pt x="174" y="220"/>
                      <a:pt x="180" y="224"/>
                    </a:cubicBezTo>
                    <a:cubicBezTo>
                      <a:pt x="185" y="228"/>
                      <a:pt x="193" y="228"/>
                      <a:pt x="198" y="232"/>
                    </a:cubicBezTo>
                    <a:cubicBezTo>
                      <a:pt x="204" y="230"/>
                      <a:pt x="216" y="234"/>
                      <a:pt x="216" y="234"/>
                    </a:cubicBezTo>
                    <a:cubicBezTo>
                      <a:pt x="223" y="241"/>
                      <a:pt x="225" y="245"/>
                      <a:pt x="236" y="242"/>
                    </a:cubicBezTo>
                    <a:cubicBezTo>
                      <a:pt x="242" y="240"/>
                      <a:pt x="254" y="236"/>
                      <a:pt x="254" y="236"/>
                    </a:cubicBezTo>
                    <a:cubicBezTo>
                      <a:pt x="260" y="240"/>
                      <a:pt x="265" y="246"/>
                      <a:pt x="272" y="248"/>
                    </a:cubicBezTo>
                    <a:cubicBezTo>
                      <a:pt x="277" y="250"/>
                      <a:pt x="291" y="252"/>
                      <a:pt x="296" y="256"/>
                    </a:cubicBezTo>
                    <a:cubicBezTo>
                      <a:pt x="301" y="260"/>
                      <a:pt x="314" y="264"/>
                      <a:pt x="314" y="264"/>
                    </a:cubicBezTo>
                    <a:cubicBezTo>
                      <a:pt x="330" y="263"/>
                      <a:pt x="338" y="261"/>
                      <a:pt x="352" y="266"/>
                    </a:cubicBezTo>
                    <a:cubicBezTo>
                      <a:pt x="355" y="275"/>
                      <a:pt x="350" y="277"/>
                      <a:pt x="342" y="274"/>
                    </a:cubicBezTo>
                    <a:cubicBezTo>
                      <a:pt x="336" y="276"/>
                      <a:pt x="322" y="272"/>
                      <a:pt x="322" y="272"/>
                    </a:cubicBezTo>
                    <a:cubicBezTo>
                      <a:pt x="314" y="275"/>
                      <a:pt x="308" y="272"/>
                      <a:pt x="300" y="270"/>
                    </a:cubicBezTo>
                    <a:cubicBezTo>
                      <a:pt x="296" y="269"/>
                      <a:pt x="288" y="266"/>
                      <a:pt x="288" y="266"/>
                    </a:cubicBezTo>
                    <a:cubicBezTo>
                      <a:pt x="276" y="270"/>
                      <a:pt x="264" y="266"/>
                      <a:pt x="252" y="264"/>
                    </a:cubicBezTo>
                    <a:cubicBezTo>
                      <a:pt x="245" y="259"/>
                      <a:pt x="242" y="257"/>
                      <a:pt x="234" y="260"/>
                    </a:cubicBezTo>
                    <a:cubicBezTo>
                      <a:pt x="211" y="252"/>
                      <a:pt x="192" y="256"/>
                      <a:pt x="172" y="242"/>
                    </a:cubicBezTo>
                    <a:cubicBezTo>
                      <a:pt x="165" y="231"/>
                      <a:pt x="176" y="221"/>
                      <a:pt x="160" y="216"/>
                    </a:cubicBezTo>
                    <a:cubicBezTo>
                      <a:pt x="154" y="233"/>
                      <a:pt x="136" y="203"/>
                      <a:pt x="126" y="200"/>
                    </a:cubicBezTo>
                    <a:cubicBezTo>
                      <a:pt x="120" y="196"/>
                      <a:pt x="114" y="190"/>
                      <a:pt x="108" y="186"/>
                    </a:cubicBezTo>
                    <a:cubicBezTo>
                      <a:pt x="104" y="175"/>
                      <a:pt x="104" y="165"/>
                      <a:pt x="94" y="158"/>
                    </a:cubicBezTo>
                    <a:cubicBezTo>
                      <a:pt x="83" y="142"/>
                      <a:pt x="85" y="119"/>
                      <a:pt x="68" y="108"/>
                    </a:cubicBezTo>
                    <a:cubicBezTo>
                      <a:pt x="67" y="106"/>
                      <a:pt x="66" y="104"/>
                      <a:pt x="64" y="102"/>
                    </a:cubicBezTo>
                    <a:cubicBezTo>
                      <a:pt x="62" y="101"/>
                      <a:pt x="59" y="102"/>
                      <a:pt x="58" y="100"/>
                    </a:cubicBezTo>
                    <a:cubicBezTo>
                      <a:pt x="56" y="97"/>
                      <a:pt x="54" y="88"/>
                      <a:pt x="54" y="88"/>
                    </a:cubicBezTo>
                    <a:cubicBezTo>
                      <a:pt x="59" y="73"/>
                      <a:pt x="52" y="61"/>
                      <a:pt x="38" y="58"/>
                    </a:cubicBezTo>
                    <a:cubicBezTo>
                      <a:pt x="32" y="49"/>
                      <a:pt x="31" y="44"/>
                      <a:pt x="20" y="40"/>
                    </a:cubicBezTo>
                    <a:cubicBezTo>
                      <a:pt x="16" y="27"/>
                      <a:pt x="16" y="26"/>
                      <a:pt x="4" y="22"/>
                    </a:cubicBezTo>
                    <a:cubicBezTo>
                      <a:pt x="1" y="13"/>
                      <a:pt x="0" y="5"/>
                      <a:pt x="10" y="2"/>
                    </a:cubicBezTo>
                    <a:cubicBezTo>
                      <a:pt x="18" y="5"/>
                      <a:pt x="18" y="4"/>
                      <a:pt x="10" y="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3" name="Freeform 15"/>
              <p:cNvSpPr>
                <a:spLocks/>
              </p:cNvSpPr>
              <p:nvPr userDrawn="1"/>
            </p:nvSpPr>
            <p:spPr bwMode="ltGray">
              <a:xfrm>
                <a:off x="2222" y="724"/>
                <a:ext cx="157" cy="167"/>
              </a:xfrm>
              <a:custGeom>
                <a:avLst/>
                <a:gdLst>
                  <a:gd name="T0" fmla="*/ 54 w 156"/>
                  <a:gd name="T1" fmla="*/ 29 h 206"/>
                  <a:gd name="T2" fmla="*/ 66 w 156"/>
                  <a:gd name="T3" fmla="*/ 25 h 206"/>
                  <a:gd name="T4" fmla="*/ 68 w 156"/>
                  <a:gd name="T5" fmla="*/ 23 h 206"/>
                  <a:gd name="T6" fmla="*/ 84 w 156"/>
                  <a:gd name="T7" fmla="*/ 19 h 206"/>
                  <a:gd name="T8" fmla="*/ 110 w 156"/>
                  <a:gd name="T9" fmla="*/ 10 h 206"/>
                  <a:gd name="T10" fmla="*/ 116 w 156"/>
                  <a:gd name="T11" fmla="*/ 2 h 206"/>
                  <a:gd name="T12" fmla="*/ 128 w 156"/>
                  <a:gd name="T13" fmla="*/ 0 h 206"/>
                  <a:gd name="T14" fmla="*/ 154 w 156"/>
                  <a:gd name="T15" fmla="*/ 12 h 206"/>
                  <a:gd name="T16" fmla="*/ 150 w 156"/>
                  <a:gd name="T17" fmla="*/ 19 h 206"/>
                  <a:gd name="T18" fmla="*/ 130 w 156"/>
                  <a:gd name="T19" fmla="*/ 28 h 206"/>
                  <a:gd name="T20" fmla="*/ 136 w 156"/>
                  <a:gd name="T21" fmla="*/ 41 h 206"/>
                  <a:gd name="T22" fmla="*/ 146 w 156"/>
                  <a:gd name="T23" fmla="*/ 47 h 206"/>
                  <a:gd name="T24" fmla="*/ 150 w 156"/>
                  <a:gd name="T25" fmla="*/ 55 h 206"/>
                  <a:gd name="T26" fmla="*/ 132 w 156"/>
                  <a:gd name="T27" fmla="*/ 55 h 206"/>
                  <a:gd name="T28" fmla="*/ 120 w 156"/>
                  <a:gd name="T29" fmla="*/ 63 h 206"/>
                  <a:gd name="T30" fmla="*/ 108 w 156"/>
                  <a:gd name="T31" fmla="*/ 67 h 206"/>
                  <a:gd name="T32" fmla="*/ 104 w 156"/>
                  <a:gd name="T33" fmla="*/ 86 h 206"/>
                  <a:gd name="T34" fmla="*/ 92 w 156"/>
                  <a:gd name="T35" fmla="*/ 88 h 206"/>
                  <a:gd name="T36" fmla="*/ 86 w 156"/>
                  <a:gd name="T37" fmla="*/ 88 h 206"/>
                  <a:gd name="T38" fmla="*/ 76 w 156"/>
                  <a:gd name="T39" fmla="*/ 88 h 206"/>
                  <a:gd name="T40" fmla="*/ 72 w 156"/>
                  <a:gd name="T41" fmla="*/ 82 h 206"/>
                  <a:gd name="T42" fmla="*/ 60 w 156"/>
                  <a:gd name="T43" fmla="*/ 80 h 206"/>
                  <a:gd name="T44" fmla="*/ 42 w 156"/>
                  <a:gd name="T45" fmla="*/ 84 h 206"/>
                  <a:gd name="T46" fmla="*/ 28 w 156"/>
                  <a:gd name="T47" fmla="*/ 80 h 206"/>
                  <a:gd name="T48" fmla="*/ 10 w 156"/>
                  <a:gd name="T49" fmla="*/ 64 h 206"/>
                  <a:gd name="T50" fmla="*/ 4 w 156"/>
                  <a:gd name="T51" fmla="*/ 56 h 206"/>
                  <a:gd name="T52" fmla="*/ 0 w 156"/>
                  <a:gd name="T53" fmla="*/ 51 h 206"/>
                  <a:gd name="T54" fmla="*/ 20 w 156"/>
                  <a:gd name="T55" fmla="*/ 41 h 206"/>
                  <a:gd name="T56" fmla="*/ 32 w 156"/>
                  <a:gd name="T57" fmla="*/ 45 h 206"/>
                  <a:gd name="T58" fmla="*/ 34 w 156"/>
                  <a:gd name="T59" fmla="*/ 35 h 206"/>
                  <a:gd name="T60" fmla="*/ 52 w 156"/>
                  <a:gd name="T61" fmla="*/ 30 h 206"/>
                  <a:gd name="T62" fmla="*/ 54 w 156"/>
                  <a:gd name="T63" fmla="*/ 29 h 20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56" h="206">
                    <a:moveTo>
                      <a:pt x="54" y="66"/>
                    </a:moveTo>
                    <a:cubicBezTo>
                      <a:pt x="58" y="63"/>
                      <a:pt x="64" y="63"/>
                      <a:pt x="66" y="58"/>
                    </a:cubicBezTo>
                    <a:cubicBezTo>
                      <a:pt x="67" y="56"/>
                      <a:pt x="67" y="53"/>
                      <a:pt x="68" y="52"/>
                    </a:cubicBezTo>
                    <a:cubicBezTo>
                      <a:pt x="71" y="49"/>
                      <a:pt x="80" y="44"/>
                      <a:pt x="80" y="44"/>
                    </a:cubicBezTo>
                    <a:cubicBezTo>
                      <a:pt x="113" y="55"/>
                      <a:pt x="85" y="29"/>
                      <a:pt x="106" y="22"/>
                    </a:cubicBezTo>
                    <a:cubicBezTo>
                      <a:pt x="110" y="17"/>
                      <a:pt x="108" y="9"/>
                      <a:pt x="112" y="4"/>
                    </a:cubicBezTo>
                    <a:cubicBezTo>
                      <a:pt x="115" y="1"/>
                      <a:pt x="124" y="0"/>
                      <a:pt x="124" y="0"/>
                    </a:cubicBezTo>
                    <a:cubicBezTo>
                      <a:pt x="138" y="14"/>
                      <a:pt x="126" y="23"/>
                      <a:pt x="150" y="28"/>
                    </a:cubicBezTo>
                    <a:cubicBezTo>
                      <a:pt x="156" y="36"/>
                      <a:pt x="154" y="39"/>
                      <a:pt x="146" y="44"/>
                    </a:cubicBezTo>
                    <a:cubicBezTo>
                      <a:pt x="141" y="52"/>
                      <a:pt x="135" y="61"/>
                      <a:pt x="126" y="64"/>
                    </a:cubicBezTo>
                    <a:cubicBezTo>
                      <a:pt x="118" y="75"/>
                      <a:pt x="128" y="83"/>
                      <a:pt x="132" y="94"/>
                    </a:cubicBezTo>
                    <a:cubicBezTo>
                      <a:pt x="129" y="103"/>
                      <a:pt x="135" y="105"/>
                      <a:pt x="142" y="110"/>
                    </a:cubicBezTo>
                    <a:cubicBezTo>
                      <a:pt x="145" y="119"/>
                      <a:pt x="141" y="120"/>
                      <a:pt x="146" y="128"/>
                    </a:cubicBezTo>
                    <a:cubicBezTo>
                      <a:pt x="142" y="139"/>
                      <a:pt x="135" y="133"/>
                      <a:pt x="128" y="128"/>
                    </a:cubicBezTo>
                    <a:cubicBezTo>
                      <a:pt x="116" y="132"/>
                      <a:pt x="122" y="136"/>
                      <a:pt x="116" y="146"/>
                    </a:cubicBezTo>
                    <a:cubicBezTo>
                      <a:pt x="113" y="151"/>
                      <a:pt x="108" y="152"/>
                      <a:pt x="104" y="156"/>
                    </a:cubicBezTo>
                    <a:cubicBezTo>
                      <a:pt x="107" y="167"/>
                      <a:pt x="112" y="191"/>
                      <a:pt x="100" y="198"/>
                    </a:cubicBezTo>
                    <a:cubicBezTo>
                      <a:pt x="96" y="200"/>
                      <a:pt x="92" y="200"/>
                      <a:pt x="88" y="202"/>
                    </a:cubicBezTo>
                    <a:cubicBezTo>
                      <a:pt x="86" y="203"/>
                      <a:pt x="84" y="205"/>
                      <a:pt x="82" y="206"/>
                    </a:cubicBezTo>
                    <a:cubicBezTo>
                      <a:pt x="80" y="205"/>
                      <a:pt x="77" y="204"/>
                      <a:pt x="76" y="202"/>
                    </a:cubicBezTo>
                    <a:cubicBezTo>
                      <a:pt x="74" y="198"/>
                      <a:pt x="76" y="191"/>
                      <a:pt x="72" y="190"/>
                    </a:cubicBezTo>
                    <a:cubicBezTo>
                      <a:pt x="68" y="189"/>
                      <a:pt x="60" y="186"/>
                      <a:pt x="60" y="186"/>
                    </a:cubicBezTo>
                    <a:cubicBezTo>
                      <a:pt x="53" y="188"/>
                      <a:pt x="49" y="192"/>
                      <a:pt x="42" y="194"/>
                    </a:cubicBezTo>
                    <a:cubicBezTo>
                      <a:pt x="34" y="189"/>
                      <a:pt x="37" y="183"/>
                      <a:pt x="28" y="186"/>
                    </a:cubicBezTo>
                    <a:cubicBezTo>
                      <a:pt x="12" y="181"/>
                      <a:pt x="19" y="161"/>
                      <a:pt x="10" y="148"/>
                    </a:cubicBezTo>
                    <a:cubicBezTo>
                      <a:pt x="5" y="121"/>
                      <a:pt x="11" y="147"/>
                      <a:pt x="4" y="130"/>
                    </a:cubicBezTo>
                    <a:cubicBezTo>
                      <a:pt x="2" y="126"/>
                      <a:pt x="0" y="118"/>
                      <a:pt x="0" y="118"/>
                    </a:cubicBezTo>
                    <a:cubicBezTo>
                      <a:pt x="2" y="95"/>
                      <a:pt x="0" y="83"/>
                      <a:pt x="20" y="96"/>
                    </a:cubicBezTo>
                    <a:cubicBezTo>
                      <a:pt x="23" y="105"/>
                      <a:pt x="23" y="110"/>
                      <a:pt x="32" y="104"/>
                    </a:cubicBezTo>
                    <a:cubicBezTo>
                      <a:pt x="35" y="95"/>
                      <a:pt x="29" y="88"/>
                      <a:pt x="34" y="80"/>
                    </a:cubicBezTo>
                    <a:cubicBezTo>
                      <a:pt x="36" y="76"/>
                      <a:pt x="48" y="73"/>
                      <a:pt x="52" y="70"/>
                    </a:cubicBezTo>
                    <a:cubicBezTo>
                      <a:pt x="57" y="63"/>
                      <a:pt x="58" y="62"/>
                      <a:pt x="54" y="6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4" name="Freeform 16"/>
              <p:cNvSpPr>
                <a:spLocks/>
              </p:cNvSpPr>
              <p:nvPr userDrawn="1"/>
            </p:nvSpPr>
            <p:spPr bwMode="ltGray">
              <a:xfrm>
                <a:off x="2375" y="800"/>
                <a:ext cx="110" cy="32"/>
              </a:xfrm>
              <a:custGeom>
                <a:avLst/>
                <a:gdLst>
                  <a:gd name="T0" fmla="*/ 4 w 109"/>
                  <a:gd name="T1" fmla="*/ 16 h 38"/>
                  <a:gd name="T2" fmla="*/ 18 w 109"/>
                  <a:gd name="T3" fmla="*/ 5 h 38"/>
                  <a:gd name="T4" fmla="*/ 46 w 109"/>
                  <a:gd name="T5" fmla="*/ 10 h 38"/>
                  <a:gd name="T6" fmla="*/ 76 w 109"/>
                  <a:gd name="T7" fmla="*/ 7 h 38"/>
                  <a:gd name="T8" fmla="*/ 94 w 109"/>
                  <a:gd name="T9" fmla="*/ 0 h 38"/>
                  <a:gd name="T10" fmla="*/ 80 w 109"/>
                  <a:gd name="T11" fmla="*/ 13 h 38"/>
                  <a:gd name="T12" fmla="*/ 64 w 109"/>
                  <a:gd name="T13" fmla="*/ 19 h 38"/>
                  <a:gd name="T14" fmla="*/ 42 w 109"/>
                  <a:gd name="T15" fmla="*/ 16 h 38"/>
                  <a:gd name="T16" fmla="*/ 14 w 109"/>
                  <a:gd name="T17" fmla="*/ 15 h 38"/>
                  <a:gd name="T18" fmla="*/ 4 w 109"/>
                  <a:gd name="T19" fmla="*/ 16 h 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9" h="38">
                    <a:moveTo>
                      <a:pt x="4" y="32"/>
                    </a:moveTo>
                    <a:cubicBezTo>
                      <a:pt x="7" y="22"/>
                      <a:pt x="7" y="14"/>
                      <a:pt x="18" y="10"/>
                    </a:cubicBezTo>
                    <a:cubicBezTo>
                      <a:pt x="28" y="12"/>
                      <a:pt x="37" y="14"/>
                      <a:pt x="46" y="20"/>
                    </a:cubicBezTo>
                    <a:cubicBezTo>
                      <a:pt x="62" y="15"/>
                      <a:pt x="54" y="17"/>
                      <a:pt x="72" y="14"/>
                    </a:cubicBezTo>
                    <a:cubicBezTo>
                      <a:pt x="77" y="9"/>
                      <a:pt x="90" y="0"/>
                      <a:pt x="90" y="0"/>
                    </a:cubicBezTo>
                    <a:cubicBezTo>
                      <a:pt x="109" y="6"/>
                      <a:pt x="85" y="23"/>
                      <a:pt x="76" y="26"/>
                    </a:cubicBezTo>
                    <a:cubicBezTo>
                      <a:pt x="71" y="33"/>
                      <a:pt x="68" y="35"/>
                      <a:pt x="60" y="38"/>
                    </a:cubicBezTo>
                    <a:cubicBezTo>
                      <a:pt x="54" y="36"/>
                      <a:pt x="42" y="32"/>
                      <a:pt x="42" y="32"/>
                    </a:cubicBezTo>
                    <a:cubicBezTo>
                      <a:pt x="33" y="23"/>
                      <a:pt x="26" y="26"/>
                      <a:pt x="14" y="30"/>
                    </a:cubicBezTo>
                    <a:cubicBezTo>
                      <a:pt x="1" y="28"/>
                      <a:pt x="0" y="24"/>
                      <a:pt x="4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5" name="Freeform 17"/>
              <p:cNvSpPr>
                <a:spLocks/>
              </p:cNvSpPr>
              <p:nvPr userDrawn="1"/>
            </p:nvSpPr>
            <p:spPr bwMode="ltGray">
              <a:xfrm>
                <a:off x="2370" y="839"/>
                <a:ext cx="75" cy="84"/>
              </a:xfrm>
              <a:custGeom>
                <a:avLst/>
                <a:gdLst>
                  <a:gd name="T0" fmla="*/ 8 w 76"/>
                  <a:gd name="T1" fmla="*/ 8 h 104"/>
                  <a:gd name="T2" fmla="*/ 18 w 76"/>
                  <a:gd name="T3" fmla="*/ 0 h 104"/>
                  <a:gd name="T4" fmla="*/ 34 w 76"/>
                  <a:gd name="T5" fmla="*/ 8 h 104"/>
                  <a:gd name="T6" fmla="*/ 58 w 76"/>
                  <a:gd name="T7" fmla="*/ 2 h 104"/>
                  <a:gd name="T8" fmla="*/ 42 w 76"/>
                  <a:gd name="T9" fmla="*/ 15 h 104"/>
                  <a:gd name="T10" fmla="*/ 50 w 76"/>
                  <a:gd name="T11" fmla="*/ 21 h 104"/>
                  <a:gd name="T12" fmla="*/ 54 w 76"/>
                  <a:gd name="T13" fmla="*/ 26 h 104"/>
                  <a:gd name="T14" fmla="*/ 42 w 76"/>
                  <a:gd name="T15" fmla="*/ 32 h 104"/>
                  <a:gd name="T16" fmla="*/ 34 w 76"/>
                  <a:gd name="T17" fmla="*/ 26 h 104"/>
                  <a:gd name="T18" fmla="*/ 22 w 76"/>
                  <a:gd name="T19" fmla="*/ 21 h 104"/>
                  <a:gd name="T20" fmla="*/ 28 w 76"/>
                  <a:gd name="T21" fmla="*/ 29 h 104"/>
                  <a:gd name="T22" fmla="*/ 30 w 76"/>
                  <a:gd name="T23" fmla="*/ 32 h 104"/>
                  <a:gd name="T24" fmla="*/ 20 w 76"/>
                  <a:gd name="T25" fmla="*/ 44 h 104"/>
                  <a:gd name="T26" fmla="*/ 12 w 76"/>
                  <a:gd name="T27" fmla="*/ 43 h 104"/>
                  <a:gd name="T28" fmla="*/ 8 w 76"/>
                  <a:gd name="T29" fmla="*/ 39 h 104"/>
                  <a:gd name="T30" fmla="*/ 0 w 76"/>
                  <a:gd name="T31" fmla="*/ 23 h 104"/>
                  <a:gd name="T32" fmla="*/ 2 w 76"/>
                  <a:gd name="T33" fmla="*/ 12 h 104"/>
                  <a:gd name="T34" fmla="*/ 8 w 76"/>
                  <a:gd name="T35" fmla="*/ 8 h 10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6" h="104">
                    <a:moveTo>
                      <a:pt x="8" y="18"/>
                    </a:moveTo>
                    <a:cubicBezTo>
                      <a:pt x="10" y="8"/>
                      <a:pt x="9" y="3"/>
                      <a:pt x="18" y="0"/>
                    </a:cubicBezTo>
                    <a:cubicBezTo>
                      <a:pt x="28" y="3"/>
                      <a:pt x="25" y="12"/>
                      <a:pt x="34" y="18"/>
                    </a:cubicBezTo>
                    <a:cubicBezTo>
                      <a:pt x="46" y="16"/>
                      <a:pt x="51" y="8"/>
                      <a:pt x="62" y="4"/>
                    </a:cubicBezTo>
                    <a:cubicBezTo>
                      <a:pt x="76" y="9"/>
                      <a:pt x="56" y="31"/>
                      <a:pt x="46" y="34"/>
                    </a:cubicBezTo>
                    <a:cubicBezTo>
                      <a:pt x="51" y="56"/>
                      <a:pt x="43" y="29"/>
                      <a:pt x="54" y="48"/>
                    </a:cubicBezTo>
                    <a:cubicBezTo>
                      <a:pt x="56" y="52"/>
                      <a:pt x="58" y="60"/>
                      <a:pt x="58" y="60"/>
                    </a:cubicBezTo>
                    <a:cubicBezTo>
                      <a:pt x="55" y="68"/>
                      <a:pt x="54" y="71"/>
                      <a:pt x="46" y="74"/>
                    </a:cubicBezTo>
                    <a:cubicBezTo>
                      <a:pt x="38" y="71"/>
                      <a:pt x="37" y="68"/>
                      <a:pt x="34" y="60"/>
                    </a:cubicBezTo>
                    <a:cubicBezTo>
                      <a:pt x="33" y="50"/>
                      <a:pt x="32" y="33"/>
                      <a:pt x="22" y="48"/>
                    </a:cubicBezTo>
                    <a:cubicBezTo>
                      <a:pt x="25" y="60"/>
                      <a:pt x="23" y="53"/>
                      <a:pt x="28" y="68"/>
                    </a:cubicBezTo>
                    <a:cubicBezTo>
                      <a:pt x="29" y="70"/>
                      <a:pt x="30" y="74"/>
                      <a:pt x="30" y="74"/>
                    </a:cubicBezTo>
                    <a:cubicBezTo>
                      <a:pt x="24" y="84"/>
                      <a:pt x="22" y="93"/>
                      <a:pt x="20" y="104"/>
                    </a:cubicBezTo>
                    <a:cubicBezTo>
                      <a:pt x="17" y="103"/>
                      <a:pt x="14" y="104"/>
                      <a:pt x="12" y="102"/>
                    </a:cubicBezTo>
                    <a:cubicBezTo>
                      <a:pt x="9" y="99"/>
                      <a:pt x="8" y="90"/>
                      <a:pt x="8" y="90"/>
                    </a:cubicBezTo>
                    <a:cubicBezTo>
                      <a:pt x="13" y="75"/>
                      <a:pt x="14" y="64"/>
                      <a:pt x="0" y="54"/>
                    </a:cubicBezTo>
                    <a:cubicBezTo>
                      <a:pt x="1" y="46"/>
                      <a:pt x="1" y="38"/>
                      <a:pt x="2" y="30"/>
                    </a:cubicBezTo>
                    <a:cubicBezTo>
                      <a:pt x="2" y="27"/>
                      <a:pt x="13" y="2"/>
                      <a:pt x="8" y="1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6" name="Freeform 18"/>
              <p:cNvSpPr>
                <a:spLocks/>
              </p:cNvSpPr>
              <p:nvPr userDrawn="1"/>
            </p:nvSpPr>
            <p:spPr bwMode="ltGray">
              <a:xfrm>
                <a:off x="2497" y="793"/>
                <a:ext cx="37" cy="49"/>
              </a:xfrm>
              <a:custGeom>
                <a:avLst/>
                <a:gdLst>
                  <a:gd name="T0" fmla="*/ 3 w 37"/>
                  <a:gd name="T1" fmla="*/ 11 h 61"/>
                  <a:gd name="T2" fmla="*/ 13 w 37"/>
                  <a:gd name="T3" fmla="*/ 0 h 61"/>
                  <a:gd name="T4" fmla="*/ 15 w 37"/>
                  <a:gd name="T5" fmla="*/ 11 h 61"/>
                  <a:gd name="T6" fmla="*/ 37 w 37"/>
                  <a:gd name="T7" fmla="*/ 16 h 61"/>
                  <a:gd name="T8" fmla="*/ 19 w 37"/>
                  <a:gd name="T9" fmla="*/ 18 h 61"/>
                  <a:gd name="T10" fmla="*/ 5 w 37"/>
                  <a:gd name="T11" fmla="*/ 25 h 61"/>
                  <a:gd name="T12" fmla="*/ 1 w 37"/>
                  <a:gd name="T13" fmla="*/ 14 h 61"/>
                  <a:gd name="T14" fmla="*/ 3 w 37"/>
                  <a:gd name="T15" fmla="*/ 11 h 6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7" h="61">
                    <a:moveTo>
                      <a:pt x="3" y="28"/>
                    </a:moveTo>
                    <a:cubicBezTo>
                      <a:pt x="5" y="14"/>
                      <a:pt x="2" y="7"/>
                      <a:pt x="13" y="0"/>
                    </a:cubicBezTo>
                    <a:cubicBezTo>
                      <a:pt x="26" y="9"/>
                      <a:pt x="23" y="17"/>
                      <a:pt x="15" y="28"/>
                    </a:cubicBezTo>
                    <a:cubicBezTo>
                      <a:pt x="25" y="31"/>
                      <a:pt x="33" y="27"/>
                      <a:pt x="37" y="38"/>
                    </a:cubicBezTo>
                    <a:cubicBezTo>
                      <a:pt x="30" y="45"/>
                      <a:pt x="28" y="47"/>
                      <a:pt x="19" y="44"/>
                    </a:cubicBezTo>
                    <a:cubicBezTo>
                      <a:pt x="13" y="54"/>
                      <a:pt x="18" y="61"/>
                      <a:pt x="5" y="58"/>
                    </a:cubicBezTo>
                    <a:cubicBezTo>
                      <a:pt x="0" y="50"/>
                      <a:pt x="3" y="44"/>
                      <a:pt x="1" y="34"/>
                    </a:cubicBezTo>
                    <a:cubicBezTo>
                      <a:pt x="2" y="32"/>
                      <a:pt x="3" y="28"/>
                      <a:pt x="3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7" name="Freeform 19"/>
              <p:cNvSpPr>
                <a:spLocks/>
              </p:cNvSpPr>
              <p:nvPr userDrawn="1"/>
            </p:nvSpPr>
            <p:spPr bwMode="ltGray">
              <a:xfrm>
                <a:off x="2506" y="869"/>
                <a:ext cx="47" cy="24"/>
              </a:xfrm>
              <a:custGeom>
                <a:avLst/>
                <a:gdLst>
                  <a:gd name="T0" fmla="*/ 7 w 49"/>
                  <a:gd name="T1" fmla="*/ 0 h 29"/>
                  <a:gd name="T2" fmla="*/ 25 w 49"/>
                  <a:gd name="T3" fmla="*/ 0 h 29"/>
                  <a:gd name="T4" fmla="*/ 41 w 49"/>
                  <a:gd name="T5" fmla="*/ 7 h 29"/>
                  <a:gd name="T6" fmla="*/ 31 w 49"/>
                  <a:gd name="T7" fmla="*/ 7 h 29"/>
                  <a:gd name="T8" fmla="*/ 3 w 49"/>
                  <a:gd name="T9" fmla="*/ 7 h 29"/>
                  <a:gd name="T10" fmla="*/ 7 w 49"/>
                  <a:gd name="T11" fmla="*/ 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9" h="29">
                    <a:moveTo>
                      <a:pt x="7" y="0"/>
                    </a:moveTo>
                    <a:cubicBezTo>
                      <a:pt x="15" y="6"/>
                      <a:pt x="19" y="2"/>
                      <a:pt x="29" y="0"/>
                    </a:cubicBezTo>
                    <a:cubicBezTo>
                      <a:pt x="45" y="5"/>
                      <a:pt x="40" y="3"/>
                      <a:pt x="49" y="16"/>
                    </a:cubicBezTo>
                    <a:cubicBezTo>
                      <a:pt x="46" y="29"/>
                      <a:pt x="42" y="21"/>
                      <a:pt x="35" y="14"/>
                    </a:cubicBezTo>
                    <a:cubicBezTo>
                      <a:pt x="26" y="15"/>
                      <a:pt x="12" y="19"/>
                      <a:pt x="3" y="16"/>
                    </a:cubicBezTo>
                    <a:cubicBezTo>
                      <a:pt x="0" y="6"/>
                      <a:pt x="7" y="10"/>
                      <a:pt x="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8" name="Freeform 20"/>
              <p:cNvSpPr>
                <a:spLocks/>
              </p:cNvSpPr>
              <p:nvPr userDrawn="1"/>
            </p:nvSpPr>
            <p:spPr bwMode="ltGray">
              <a:xfrm>
                <a:off x="2555" y="832"/>
                <a:ext cx="61" cy="42"/>
              </a:xfrm>
              <a:custGeom>
                <a:avLst/>
                <a:gdLst>
                  <a:gd name="T0" fmla="*/ 21 w 61"/>
                  <a:gd name="T1" fmla="*/ 22 h 48"/>
                  <a:gd name="T2" fmla="*/ 15 w 61"/>
                  <a:gd name="T3" fmla="*/ 16 h 48"/>
                  <a:gd name="T4" fmla="*/ 3 w 61"/>
                  <a:gd name="T5" fmla="*/ 13 h 48"/>
                  <a:gd name="T6" fmla="*/ 13 w 61"/>
                  <a:gd name="T7" fmla="*/ 4 h 48"/>
                  <a:gd name="T8" fmla="*/ 25 w 61"/>
                  <a:gd name="T9" fmla="*/ 0 h 48"/>
                  <a:gd name="T10" fmla="*/ 49 w 61"/>
                  <a:gd name="T11" fmla="*/ 6 h 48"/>
                  <a:gd name="T12" fmla="*/ 53 w 61"/>
                  <a:gd name="T13" fmla="*/ 12 h 48"/>
                  <a:gd name="T14" fmla="*/ 61 w 61"/>
                  <a:gd name="T15" fmla="*/ 19 h 48"/>
                  <a:gd name="T16" fmla="*/ 41 w 61"/>
                  <a:gd name="T17" fmla="*/ 22 h 48"/>
                  <a:gd name="T18" fmla="*/ 23 w 61"/>
                  <a:gd name="T19" fmla="*/ 26 h 48"/>
                  <a:gd name="T20" fmla="*/ 21 w 61"/>
                  <a:gd name="T21" fmla="*/ 22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1" h="48">
                    <a:moveTo>
                      <a:pt x="21" y="38"/>
                    </a:moveTo>
                    <a:cubicBezTo>
                      <a:pt x="19" y="34"/>
                      <a:pt x="19" y="29"/>
                      <a:pt x="15" y="26"/>
                    </a:cubicBezTo>
                    <a:cubicBezTo>
                      <a:pt x="12" y="24"/>
                      <a:pt x="3" y="22"/>
                      <a:pt x="3" y="22"/>
                    </a:cubicBezTo>
                    <a:cubicBezTo>
                      <a:pt x="0" y="12"/>
                      <a:pt x="5" y="12"/>
                      <a:pt x="13" y="8"/>
                    </a:cubicBezTo>
                    <a:cubicBezTo>
                      <a:pt x="17" y="6"/>
                      <a:pt x="25" y="0"/>
                      <a:pt x="25" y="0"/>
                    </a:cubicBezTo>
                    <a:cubicBezTo>
                      <a:pt x="37" y="2"/>
                      <a:pt x="41" y="2"/>
                      <a:pt x="49" y="10"/>
                    </a:cubicBezTo>
                    <a:cubicBezTo>
                      <a:pt x="45" y="21"/>
                      <a:pt x="46" y="12"/>
                      <a:pt x="53" y="20"/>
                    </a:cubicBezTo>
                    <a:cubicBezTo>
                      <a:pt x="56" y="24"/>
                      <a:pt x="61" y="32"/>
                      <a:pt x="61" y="32"/>
                    </a:cubicBezTo>
                    <a:cubicBezTo>
                      <a:pt x="56" y="47"/>
                      <a:pt x="53" y="42"/>
                      <a:pt x="41" y="38"/>
                    </a:cubicBezTo>
                    <a:cubicBezTo>
                      <a:pt x="27" y="47"/>
                      <a:pt x="34" y="48"/>
                      <a:pt x="23" y="44"/>
                    </a:cubicBezTo>
                    <a:cubicBezTo>
                      <a:pt x="22" y="42"/>
                      <a:pt x="21" y="38"/>
                      <a:pt x="21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9" name="Freeform 21"/>
              <p:cNvSpPr>
                <a:spLocks/>
              </p:cNvSpPr>
              <p:nvPr userDrawn="1"/>
            </p:nvSpPr>
            <p:spPr bwMode="ltGray">
              <a:xfrm>
                <a:off x="2572" y="852"/>
                <a:ext cx="286" cy="149"/>
              </a:xfrm>
              <a:custGeom>
                <a:avLst/>
                <a:gdLst>
                  <a:gd name="T0" fmla="*/ 46 w 286"/>
                  <a:gd name="T1" fmla="*/ 13 h 182"/>
                  <a:gd name="T2" fmla="*/ 36 w 286"/>
                  <a:gd name="T3" fmla="*/ 6 h 182"/>
                  <a:gd name="T4" fmla="*/ 26 w 286"/>
                  <a:gd name="T5" fmla="*/ 13 h 182"/>
                  <a:gd name="T6" fmla="*/ 0 w 286"/>
                  <a:gd name="T7" fmla="*/ 11 h 182"/>
                  <a:gd name="T8" fmla="*/ 10 w 286"/>
                  <a:gd name="T9" fmla="*/ 19 h 182"/>
                  <a:gd name="T10" fmla="*/ 16 w 286"/>
                  <a:gd name="T11" fmla="*/ 28 h 182"/>
                  <a:gd name="T12" fmla="*/ 24 w 286"/>
                  <a:gd name="T13" fmla="*/ 21 h 182"/>
                  <a:gd name="T14" fmla="*/ 30 w 286"/>
                  <a:gd name="T15" fmla="*/ 20 h 182"/>
                  <a:gd name="T16" fmla="*/ 48 w 286"/>
                  <a:gd name="T17" fmla="*/ 25 h 182"/>
                  <a:gd name="T18" fmla="*/ 70 w 286"/>
                  <a:gd name="T19" fmla="*/ 28 h 182"/>
                  <a:gd name="T20" fmla="*/ 88 w 286"/>
                  <a:gd name="T21" fmla="*/ 32 h 182"/>
                  <a:gd name="T22" fmla="*/ 106 w 286"/>
                  <a:gd name="T23" fmla="*/ 46 h 182"/>
                  <a:gd name="T24" fmla="*/ 104 w 286"/>
                  <a:gd name="T25" fmla="*/ 55 h 182"/>
                  <a:gd name="T26" fmla="*/ 98 w 286"/>
                  <a:gd name="T27" fmla="*/ 61 h 182"/>
                  <a:gd name="T28" fmla="*/ 122 w 286"/>
                  <a:gd name="T29" fmla="*/ 57 h 182"/>
                  <a:gd name="T30" fmla="*/ 140 w 286"/>
                  <a:gd name="T31" fmla="*/ 63 h 182"/>
                  <a:gd name="T32" fmla="*/ 168 w 286"/>
                  <a:gd name="T33" fmla="*/ 66 h 182"/>
                  <a:gd name="T34" fmla="*/ 174 w 286"/>
                  <a:gd name="T35" fmla="*/ 65 h 182"/>
                  <a:gd name="T36" fmla="*/ 168 w 286"/>
                  <a:gd name="T37" fmla="*/ 61 h 182"/>
                  <a:gd name="T38" fmla="*/ 178 w 286"/>
                  <a:gd name="T39" fmla="*/ 61 h 182"/>
                  <a:gd name="T40" fmla="*/ 186 w 286"/>
                  <a:gd name="T41" fmla="*/ 53 h 182"/>
                  <a:gd name="T42" fmla="*/ 202 w 286"/>
                  <a:gd name="T43" fmla="*/ 55 h 182"/>
                  <a:gd name="T44" fmla="*/ 214 w 286"/>
                  <a:gd name="T45" fmla="*/ 58 h 182"/>
                  <a:gd name="T46" fmla="*/ 244 w 286"/>
                  <a:gd name="T47" fmla="*/ 76 h 182"/>
                  <a:gd name="T48" fmla="*/ 262 w 286"/>
                  <a:gd name="T49" fmla="*/ 80 h 182"/>
                  <a:gd name="T50" fmla="*/ 284 w 286"/>
                  <a:gd name="T51" fmla="*/ 76 h 182"/>
                  <a:gd name="T52" fmla="*/ 268 w 286"/>
                  <a:gd name="T53" fmla="*/ 72 h 182"/>
                  <a:gd name="T54" fmla="*/ 256 w 286"/>
                  <a:gd name="T55" fmla="*/ 62 h 182"/>
                  <a:gd name="T56" fmla="*/ 250 w 286"/>
                  <a:gd name="T57" fmla="*/ 59 h 182"/>
                  <a:gd name="T58" fmla="*/ 248 w 286"/>
                  <a:gd name="T59" fmla="*/ 55 h 182"/>
                  <a:gd name="T60" fmla="*/ 236 w 286"/>
                  <a:gd name="T61" fmla="*/ 52 h 182"/>
                  <a:gd name="T62" fmla="*/ 240 w 286"/>
                  <a:gd name="T63" fmla="*/ 43 h 182"/>
                  <a:gd name="T64" fmla="*/ 220 w 286"/>
                  <a:gd name="T65" fmla="*/ 38 h 182"/>
                  <a:gd name="T66" fmla="*/ 210 w 286"/>
                  <a:gd name="T67" fmla="*/ 31 h 182"/>
                  <a:gd name="T68" fmla="*/ 190 w 286"/>
                  <a:gd name="T69" fmla="*/ 24 h 182"/>
                  <a:gd name="T70" fmla="*/ 168 w 286"/>
                  <a:gd name="T71" fmla="*/ 16 h 182"/>
                  <a:gd name="T72" fmla="*/ 156 w 286"/>
                  <a:gd name="T73" fmla="*/ 16 h 182"/>
                  <a:gd name="T74" fmla="*/ 120 w 286"/>
                  <a:gd name="T75" fmla="*/ 7 h 182"/>
                  <a:gd name="T76" fmla="*/ 102 w 286"/>
                  <a:gd name="T77" fmla="*/ 2 h 182"/>
                  <a:gd name="T78" fmla="*/ 96 w 286"/>
                  <a:gd name="T79" fmla="*/ 0 h 182"/>
                  <a:gd name="T80" fmla="*/ 70 w 286"/>
                  <a:gd name="T81" fmla="*/ 5 h 182"/>
                  <a:gd name="T82" fmla="*/ 56 w 286"/>
                  <a:gd name="T83" fmla="*/ 14 h 182"/>
                  <a:gd name="T84" fmla="*/ 46 w 286"/>
                  <a:gd name="T85" fmla="*/ 13 h 182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86" h="182">
                    <a:moveTo>
                      <a:pt x="46" y="28"/>
                    </a:moveTo>
                    <a:cubicBezTo>
                      <a:pt x="41" y="14"/>
                      <a:pt x="46" y="17"/>
                      <a:pt x="36" y="14"/>
                    </a:cubicBezTo>
                    <a:cubicBezTo>
                      <a:pt x="31" y="17"/>
                      <a:pt x="26" y="30"/>
                      <a:pt x="26" y="30"/>
                    </a:cubicBezTo>
                    <a:cubicBezTo>
                      <a:pt x="12" y="25"/>
                      <a:pt x="19" y="21"/>
                      <a:pt x="0" y="24"/>
                    </a:cubicBezTo>
                    <a:cubicBezTo>
                      <a:pt x="2" y="33"/>
                      <a:pt x="2" y="37"/>
                      <a:pt x="10" y="42"/>
                    </a:cubicBezTo>
                    <a:cubicBezTo>
                      <a:pt x="12" y="49"/>
                      <a:pt x="14" y="55"/>
                      <a:pt x="16" y="62"/>
                    </a:cubicBezTo>
                    <a:cubicBezTo>
                      <a:pt x="24" y="59"/>
                      <a:pt x="27" y="57"/>
                      <a:pt x="24" y="48"/>
                    </a:cubicBezTo>
                    <a:cubicBezTo>
                      <a:pt x="26" y="47"/>
                      <a:pt x="28" y="43"/>
                      <a:pt x="30" y="44"/>
                    </a:cubicBezTo>
                    <a:cubicBezTo>
                      <a:pt x="48" y="48"/>
                      <a:pt x="36" y="52"/>
                      <a:pt x="48" y="56"/>
                    </a:cubicBezTo>
                    <a:cubicBezTo>
                      <a:pt x="74" y="65"/>
                      <a:pt x="47" y="56"/>
                      <a:pt x="70" y="62"/>
                    </a:cubicBezTo>
                    <a:cubicBezTo>
                      <a:pt x="77" y="64"/>
                      <a:pt x="88" y="72"/>
                      <a:pt x="88" y="72"/>
                    </a:cubicBezTo>
                    <a:cubicBezTo>
                      <a:pt x="96" y="84"/>
                      <a:pt x="102" y="87"/>
                      <a:pt x="106" y="102"/>
                    </a:cubicBezTo>
                    <a:cubicBezTo>
                      <a:pt x="105" y="109"/>
                      <a:pt x="106" y="115"/>
                      <a:pt x="104" y="122"/>
                    </a:cubicBezTo>
                    <a:cubicBezTo>
                      <a:pt x="103" y="126"/>
                      <a:pt x="94" y="132"/>
                      <a:pt x="98" y="134"/>
                    </a:cubicBezTo>
                    <a:cubicBezTo>
                      <a:pt x="106" y="137"/>
                      <a:pt x="122" y="128"/>
                      <a:pt x="122" y="128"/>
                    </a:cubicBezTo>
                    <a:cubicBezTo>
                      <a:pt x="130" y="131"/>
                      <a:pt x="133" y="135"/>
                      <a:pt x="140" y="140"/>
                    </a:cubicBezTo>
                    <a:cubicBezTo>
                      <a:pt x="148" y="145"/>
                      <a:pt x="159" y="145"/>
                      <a:pt x="168" y="148"/>
                    </a:cubicBezTo>
                    <a:cubicBezTo>
                      <a:pt x="170" y="147"/>
                      <a:pt x="173" y="148"/>
                      <a:pt x="174" y="146"/>
                    </a:cubicBezTo>
                    <a:cubicBezTo>
                      <a:pt x="176" y="142"/>
                      <a:pt x="164" y="136"/>
                      <a:pt x="168" y="134"/>
                    </a:cubicBezTo>
                    <a:cubicBezTo>
                      <a:pt x="171" y="132"/>
                      <a:pt x="175" y="135"/>
                      <a:pt x="178" y="136"/>
                    </a:cubicBezTo>
                    <a:cubicBezTo>
                      <a:pt x="182" y="131"/>
                      <a:pt x="186" y="118"/>
                      <a:pt x="186" y="118"/>
                    </a:cubicBezTo>
                    <a:cubicBezTo>
                      <a:pt x="189" y="119"/>
                      <a:pt x="199" y="120"/>
                      <a:pt x="202" y="122"/>
                    </a:cubicBezTo>
                    <a:cubicBezTo>
                      <a:pt x="206" y="124"/>
                      <a:pt x="214" y="130"/>
                      <a:pt x="214" y="130"/>
                    </a:cubicBezTo>
                    <a:cubicBezTo>
                      <a:pt x="224" y="145"/>
                      <a:pt x="228" y="158"/>
                      <a:pt x="244" y="168"/>
                    </a:cubicBezTo>
                    <a:cubicBezTo>
                      <a:pt x="250" y="172"/>
                      <a:pt x="262" y="178"/>
                      <a:pt x="262" y="178"/>
                    </a:cubicBezTo>
                    <a:cubicBezTo>
                      <a:pt x="265" y="178"/>
                      <a:pt x="286" y="182"/>
                      <a:pt x="284" y="170"/>
                    </a:cubicBezTo>
                    <a:cubicBezTo>
                      <a:pt x="283" y="164"/>
                      <a:pt x="268" y="160"/>
                      <a:pt x="268" y="160"/>
                    </a:cubicBezTo>
                    <a:cubicBezTo>
                      <a:pt x="261" y="150"/>
                      <a:pt x="270" y="143"/>
                      <a:pt x="256" y="138"/>
                    </a:cubicBezTo>
                    <a:cubicBezTo>
                      <a:pt x="254" y="136"/>
                      <a:pt x="251" y="135"/>
                      <a:pt x="250" y="132"/>
                    </a:cubicBezTo>
                    <a:cubicBezTo>
                      <a:pt x="248" y="129"/>
                      <a:pt x="250" y="125"/>
                      <a:pt x="248" y="122"/>
                    </a:cubicBezTo>
                    <a:cubicBezTo>
                      <a:pt x="246" y="118"/>
                      <a:pt x="240" y="118"/>
                      <a:pt x="236" y="116"/>
                    </a:cubicBezTo>
                    <a:cubicBezTo>
                      <a:pt x="230" y="107"/>
                      <a:pt x="227" y="100"/>
                      <a:pt x="240" y="96"/>
                    </a:cubicBezTo>
                    <a:cubicBezTo>
                      <a:pt x="236" y="83"/>
                      <a:pt x="236" y="84"/>
                      <a:pt x="220" y="86"/>
                    </a:cubicBezTo>
                    <a:cubicBezTo>
                      <a:pt x="209" y="82"/>
                      <a:pt x="208" y="82"/>
                      <a:pt x="210" y="70"/>
                    </a:cubicBezTo>
                    <a:cubicBezTo>
                      <a:pt x="207" y="60"/>
                      <a:pt x="199" y="57"/>
                      <a:pt x="190" y="54"/>
                    </a:cubicBezTo>
                    <a:cubicBezTo>
                      <a:pt x="181" y="45"/>
                      <a:pt x="181" y="42"/>
                      <a:pt x="168" y="38"/>
                    </a:cubicBezTo>
                    <a:cubicBezTo>
                      <a:pt x="164" y="37"/>
                      <a:pt x="156" y="34"/>
                      <a:pt x="156" y="34"/>
                    </a:cubicBezTo>
                    <a:cubicBezTo>
                      <a:pt x="146" y="24"/>
                      <a:pt x="134" y="21"/>
                      <a:pt x="120" y="16"/>
                    </a:cubicBezTo>
                    <a:cubicBezTo>
                      <a:pt x="113" y="14"/>
                      <a:pt x="108" y="8"/>
                      <a:pt x="102" y="4"/>
                    </a:cubicBezTo>
                    <a:cubicBezTo>
                      <a:pt x="100" y="3"/>
                      <a:pt x="96" y="0"/>
                      <a:pt x="96" y="0"/>
                    </a:cubicBezTo>
                    <a:cubicBezTo>
                      <a:pt x="83" y="2"/>
                      <a:pt x="79" y="1"/>
                      <a:pt x="70" y="10"/>
                    </a:cubicBezTo>
                    <a:cubicBezTo>
                      <a:pt x="67" y="19"/>
                      <a:pt x="63" y="27"/>
                      <a:pt x="56" y="32"/>
                    </a:cubicBezTo>
                    <a:cubicBezTo>
                      <a:pt x="49" y="30"/>
                      <a:pt x="52" y="31"/>
                      <a:pt x="46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0" name="Freeform 22"/>
              <p:cNvSpPr>
                <a:spLocks/>
              </p:cNvSpPr>
              <p:nvPr userDrawn="1"/>
            </p:nvSpPr>
            <p:spPr bwMode="ltGray">
              <a:xfrm>
                <a:off x="2820" y="866"/>
                <a:ext cx="78" cy="64"/>
              </a:xfrm>
              <a:custGeom>
                <a:avLst/>
                <a:gdLst>
                  <a:gd name="T0" fmla="*/ 1 w 78"/>
                  <a:gd name="T1" fmla="*/ 26 h 78"/>
                  <a:gd name="T2" fmla="*/ 27 w 78"/>
                  <a:gd name="T3" fmla="*/ 27 h 78"/>
                  <a:gd name="T4" fmla="*/ 45 w 78"/>
                  <a:gd name="T5" fmla="*/ 21 h 78"/>
                  <a:gd name="T6" fmla="*/ 57 w 78"/>
                  <a:gd name="T7" fmla="*/ 14 h 78"/>
                  <a:gd name="T8" fmla="*/ 43 w 78"/>
                  <a:gd name="T9" fmla="*/ 6 h 78"/>
                  <a:gd name="T10" fmla="*/ 43 w 78"/>
                  <a:gd name="T11" fmla="*/ 2 h 78"/>
                  <a:gd name="T12" fmla="*/ 71 w 78"/>
                  <a:gd name="T13" fmla="*/ 11 h 78"/>
                  <a:gd name="T14" fmla="*/ 67 w 78"/>
                  <a:gd name="T15" fmla="*/ 25 h 78"/>
                  <a:gd name="T16" fmla="*/ 33 w 78"/>
                  <a:gd name="T17" fmla="*/ 35 h 78"/>
                  <a:gd name="T18" fmla="*/ 9 w 78"/>
                  <a:gd name="T19" fmla="*/ 30 h 78"/>
                  <a:gd name="T20" fmla="*/ 3 w 78"/>
                  <a:gd name="T21" fmla="*/ 28 h 78"/>
                  <a:gd name="T22" fmla="*/ 1 w 78"/>
                  <a:gd name="T23" fmla="*/ 26 h 7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8" h="78">
                    <a:moveTo>
                      <a:pt x="1" y="58"/>
                    </a:moveTo>
                    <a:cubicBezTo>
                      <a:pt x="6" y="44"/>
                      <a:pt x="18" y="57"/>
                      <a:pt x="27" y="60"/>
                    </a:cubicBezTo>
                    <a:cubicBezTo>
                      <a:pt x="35" y="57"/>
                      <a:pt x="38" y="52"/>
                      <a:pt x="45" y="48"/>
                    </a:cubicBezTo>
                    <a:cubicBezTo>
                      <a:pt x="48" y="40"/>
                      <a:pt x="51" y="36"/>
                      <a:pt x="57" y="30"/>
                    </a:cubicBezTo>
                    <a:cubicBezTo>
                      <a:pt x="55" y="23"/>
                      <a:pt x="43" y="14"/>
                      <a:pt x="43" y="14"/>
                    </a:cubicBezTo>
                    <a:cubicBezTo>
                      <a:pt x="33" y="0"/>
                      <a:pt x="30" y="1"/>
                      <a:pt x="43" y="4"/>
                    </a:cubicBezTo>
                    <a:cubicBezTo>
                      <a:pt x="54" y="11"/>
                      <a:pt x="58" y="22"/>
                      <a:pt x="71" y="26"/>
                    </a:cubicBezTo>
                    <a:cubicBezTo>
                      <a:pt x="78" y="37"/>
                      <a:pt x="78" y="46"/>
                      <a:pt x="67" y="54"/>
                    </a:cubicBezTo>
                    <a:cubicBezTo>
                      <a:pt x="51" y="49"/>
                      <a:pt x="53" y="71"/>
                      <a:pt x="33" y="78"/>
                    </a:cubicBezTo>
                    <a:cubicBezTo>
                      <a:pt x="16" y="72"/>
                      <a:pt x="25" y="76"/>
                      <a:pt x="9" y="66"/>
                    </a:cubicBezTo>
                    <a:cubicBezTo>
                      <a:pt x="7" y="65"/>
                      <a:pt x="3" y="62"/>
                      <a:pt x="3" y="62"/>
                    </a:cubicBezTo>
                    <a:cubicBezTo>
                      <a:pt x="0" y="54"/>
                      <a:pt x="13" y="42"/>
                      <a:pt x="1" y="5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1" name="Freeform 23"/>
              <p:cNvSpPr>
                <a:spLocks/>
              </p:cNvSpPr>
              <p:nvPr userDrawn="1"/>
            </p:nvSpPr>
            <p:spPr bwMode="ltGray">
              <a:xfrm>
                <a:off x="2984" y="732"/>
                <a:ext cx="19" cy="14"/>
              </a:xfrm>
              <a:custGeom>
                <a:avLst/>
                <a:gdLst>
                  <a:gd name="T0" fmla="*/ 3 w 17"/>
                  <a:gd name="T1" fmla="*/ 2 h 18"/>
                  <a:gd name="T2" fmla="*/ 3 w 17"/>
                  <a:gd name="T3" fmla="*/ 5 h 18"/>
                  <a:gd name="T4" fmla="*/ 3 w 17"/>
                  <a:gd name="T5" fmla="*/ 2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3" y="4"/>
                    </a:moveTo>
                    <a:cubicBezTo>
                      <a:pt x="17" y="7"/>
                      <a:pt x="16" y="18"/>
                      <a:pt x="3" y="14"/>
                    </a:cubicBezTo>
                    <a:cubicBezTo>
                      <a:pt x="0" y="6"/>
                      <a:pt x="7" y="0"/>
                      <a:pt x="3" y="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2" name="Freeform 24"/>
              <p:cNvSpPr>
                <a:spLocks/>
              </p:cNvSpPr>
              <p:nvPr userDrawn="1"/>
            </p:nvSpPr>
            <p:spPr bwMode="ltGray">
              <a:xfrm>
                <a:off x="3083" y="830"/>
                <a:ext cx="26" cy="19"/>
              </a:xfrm>
              <a:custGeom>
                <a:avLst/>
                <a:gdLst>
                  <a:gd name="T0" fmla="*/ 8 w 26"/>
                  <a:gd name="T1" fmla="*/ 8 h 22"/>
                  <a:gd name="T2" fmla="*/ 14 w 26"/>
                  <a:gd name="T3" fmla="*/ 0 h 22"/>
                  <a:gd name="T4" fmla="*/ 14 w 26"/>
                  <a:gd name="T5" fmla="*/ 12 h 22"/>
                  <a:gd name="T6" fmla="*/ 8 w 26"/>
                  <a:gd name="T7" fmla="*/ 8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2">
                    <a:moveTo>
                      <a:pt x="8" y="14"/>
                    </a:moveTo>
                    <a:cubicBezTo>
                      <a:pt x="5" y="6"/>
                      <a:pt x="5" y="3"/>
                      <a:pt x="14" y="0"/>
                    </a:cubicBezTo>
                    <a:cubicBezTo>
                      <a:pt x="26" y="4"/>
                      <a:pt x="23" y="16"/>
                      <a:pt x="14" y="22"/>
                    </a:cubicBezTo>
                    <a:cubicBezTo>
                      <a:pt x="0" y="17"/>
                      <a:pt x="13" y="3"/>
                      <a:pt x="8" y="1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3" name="Freeform 25"/>
              <p:cNvSpPr>
                <a:spLocks/>
              </p:cNvSpPr>
              <p:nvPr userDrawn="1"/>
            </p:nvSpPr>
            <p:spPr bwMode="ltGray">
              <a:xfrm>
                <a:off x="2766" y="610"/>
                <a:ext cx="19" cy="12"/>
              </a:xfrm>
              <a:custGeom>
                <a:avLst/>
                <a:gdLst>
                  <a:gd name="T0" fmla="*/ 7 w 20"/>
                  <a:gd name="T1" fmla="*/ 5 h 15"/>
                  <a:gd name="T2" fmla="*/ 13 w 20"/>
                  <a:gd name="T3" fmla="*/ 2 h 15"/>
                  <a:gd name="T4" fmla="*/ 9 w 20"/>
                  <a:gd name="T5" fmla="*/ 5 h 15"/>
                  <a:gd name="T6" fmla="*/ 7 w 20"/>
                  <a:gd name="T7" fmla="*/ 5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5">
                    <a:moveTo>
                      <a:pt x="7" y="12"/>
                    </a:moveTo>
                    <a:cubicBezTo>
                      <a:pt x="0" y="1"/>
                      <a:pt x="6" y="0"/>
                      <a:pt x="17" y="2"/>
                    </a:cubicBezTo>
                    <a:cubicBezTo>
                      <a:pt x="20" y="10"/>
                      <a:pt x="18" y="15"/>
                      <a:pt x="9" y="12"/>
                    </a:cubicBezTo>
                    <a:cubicBezTo>
                      <a:pt x="4" y="4"/>
                      <a:pt x="4" y="4"/>
                      <a:pt x="7" y="1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4" name="Freeform 26"/>
              <p:cNvSpPr>
                <a:spLocks/>
              </p:cNvSpPr>
              <p:nvPr userDrawn="1"/>
            </p:nvSpPr>
            <p:spPr bwMode="ltGray">
              <a:xfrm>
                <a:off x="2600" y="712"/>
                <a:ext cx="19" cy="12"/>
              </a:xfrm>
              <a:custGeom>
                <a:avLst/>
                <a:gdLst>
                  <a:gd name="T0" fmla="*/ 7 w 20"/>
                  <a:gd name="T1" fmla="*/ 5 h 15"/>
                  <a:gd name="T2" fmla="*/ 11 w 20"/>
                  <a:gd name="T3" fmla="*/ 2 h 15"/>
                  <a:gd name="T4" fmla="*/ 11 w 20"/>
                  <a:gd name="T5" fmla="*/ 6 h 15"/>
                  <a:gd name="T6" fmla="*/ 7 w 20"/>
                  <a:gd name="T7" fmla="*/ 5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5">
                    <a:moveTo>
                      <a:pt x="7" y="12"/>
                    </a:moveTo>
                    <a:cubicBezTo>
                      <a:pt x="0" y="2"/>
                      <a:pt x="3" y="0"/>
                      <a:pt x="15" y="2"/>
                    </a:cubicBezTo>
                    <a:cubicBezTo>
                      <a:pt x="16" y="4"/>
                      <a:pt x="20" y="12"/>
                      <a:pt x="15" y="14"/>
                    </a:cubicBezTo>
                    <a:cubicBezTo>
                      <a:pt x="12" y="15"/>
                      <a:pt x="7" y="12"/>
                      <a:pt x="7" y="1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5" name="Freeform 27"/>
              <p:cNvSpPr>
                <a:spLocks/>
              </p:cNvSpPr>
              <p:nvPr userDrawn="1"/>
            </p:nvSpPr>
            <p:spPr bwMode="ltGray">
              <a:xfrm>
                <a:off x="2417" y="680"/>
                <a:ext cx="80" cy="66"/>
              </a:xfrm>
              <a:custGeom>
                <a:avLst/>
                <a:gdLst>
                  <a:gd name="T0" fmla="*/ 0 w 80"/>
                  <a:gd name="T1" fmla="*/ 23 h 80"/>
                  <a:gd name="T2" fmla="*/ 14 w 80"/>
                  <a:gd name="T3" fmla="*/ 12 h 80"/>
                  <a:gd name="T4" fmla="*/ 26 w 80"/>
                  <a:gd name="T5" fmla="*/ 10 h 80"/>
                  <a:gd name="T6" fmla="*/ 48 w 80"/>
                  <a:gd name="T7" fmla="*/ 8 h 80"/>
                  <a:gd name="T8" fmla="*/ 58 w 80"/>
                  <a:gd name="T9" fmla="*/ 0 h 80"/>
                  <a:gd name="T10" fmla="*/ 80 w 80"/>
                  <a:gd name="T11" fmla="*/ 18 h 80"/>
                  <a:gd name="T12" fmla="*/ 70 w 80"/>
                  <a:gd name="T13" fmla="*/ 26 h 80"/>
                  <a:gd name="T14" fmla="*/ 54 w 80"/>
                  <a:gd name="T15" fmla="*/ 29 h 80"/>
                  <a:gd name="T16" fmla="*/ 48 w 80"/>
                  <a:gd name="T17" fmla="*/ 37 h 80"/>
                  <a:gd name="T18" fmla="*/ 32 w 80"/>
                  <a:gd name="T19" fmla="*/ 31 h 80"/>
                  <a:gd name="T20" fmla="*/ 38 w 80"/>
                  <a:gd name="T21" fmla="*/ 24 h 80"/>
                  <a:gd name="T22" fmla="*/ 30 w 80"/>
                  <a:gd name="T23" fmla="*/ 13 h 80"/>
                  <a:gd name="T24" fmla="*/ 20 w 80"/>
                  <a:gd name="T25" fmla="*/ 22 h 80"/>
                  <a:gd name="T26" fmla="*/ 8 w 80"/>
                  <a:gd name="T27" fmla="*/ 26 h 80"/>
                  <a:gd name="T28" fmla="*/ 0 w 80"/>
                  <a:gd name="T29" fmla="*/ 23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0" h="80">
                    <a:moveTo>
                      <a:pt x="0" y="50"/>
                    </a:moveTo>
                    <a:cubicBezTo>
                      <a:pt x="1" y="47"/>
                      <a:pt x="12" y="25"/>
                      <a:pt x="14" y="24"/>
                    </a:cubicBezTo>
                    <a:cubicBezTo>
                      <a:pt x="17" y="22"/>
                      <a:pt x="26" y="20"/>
                      <a:pt x="26" y="20"/>
                    </a:cubicBezTo>
                    <a:cubicBezTo>
                      <a:pt x="34" y="23"/>
                      <a:pt x="40" y="21"/>
                      <a:pt x="48" y="18"/>
                    </a:cubicBezTo>
                    <a:cubicBezTo>
                      <a:pt x="52" y="12"/>
                      <a:pt x="54" y="6"/>
                      <a:pt x="58" y="0"/>
                    </a:cubicBezTo>
                    <a:cubicBezTo>
                      <a:pt x="70" y="4"/>
                      <a:pt x="76" y="28"/>
                      <a:pt x="80" y="40"/>
                    </a:cubicBezTo>
                    <a:cubicBezTo>
                      <a:pt x="75" y="54"/>
                      <a:pt x="80" y="50"/>
                      <a:pt x="70" y="56"/>
                    </a:cubicBezTo>
                    <a:cubicBezTo>
                      <a:pt x="61" y="53"/>
                      <a:pt x="59" y="54"/>
                      <a:pt x="54" y="62"/>
                    </a:cubicBezTo>
                    <a:cubicBezTo>
                      <a:pt x="57" y="71"/>
                      <a:pt x="56" y="75"/>
                      <a:pt x="48" y="80"/>
                    </a:cubicBezTo>
                    <a:cubicBezTo>
                      <a:pt x="40" y="77"/>
                      <a:pt x="39" y="72"/>
                      <a:pt x="32" y="68"/>
                    </a:cubicBezTo>
                    <a:cubicBezTo>
                      <a:pt x="26" y="59"/>
                      <a:pt x="30" y="57"/>
                      <a:pt x="38" y="52"/>
                    </a:cubicBezTo>
                    <a:cubicBezTo>
                      <a:pt x="41" y="42"/>
                      <a:pt x="39" y="34"/>
                      <a:pt x="30" y="28"/>
                    </a:cubicBezTo>
                    <a:cubicBezTo>
                      <a:pt x="20" y="31"/>
                      <a:pt x="30" y="40"/>
                      <a:pt x="20" y="48"/>
                    </a:cubicBezTo>
                    <a:cubicBezTo>
                      <a:pt x="16" y="51"/>
                      <a:pt x="8" y="56"/>
                      <a:pt x="8" y="56"/>
                    </a:cubicBezTo>
                    <a:cubicBezTo>
                      <a:pt x="2" y="50"/>
                      <a:pt x="5" y="50"/>
                      <a:pt x="0" y="5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6" name="Freeform 28"/>
              <p:cNvSpPr>
                <a:spLocks/>
              </p:cNvSpPr>
              <p:nvPr userDrawn="1"/>
            </p:nvSpPr>
            <p:spPr bwMode="ltGray">
              <a:xfrm>
                <a:off x="2391" y="541"/>
                <a:ext cx="94" cy="142"/>
              </a:xfrm>
              <a:custGeom>
                <a:avLst/>
                <a:gdLst>
                  <a:gd name="T0" fmla="*/ 14 w 94"/>
                  <a:gd name="T1" fmla="*/ 42 h 174"/>
                  <a:gd name="T2" fmla="*/ 26 w 94"/>
                  <a:gd name="T3" fmla="*/ 56 h 174"/>
                  <a:gd name="T4" fmla="*/ 32 w 94"/>
                  <a:gd name="T5" fmla="*/ 48 h 174"/>
                  <a:gd name="T6" fmla="*/ 52 w 94"/>
                  <a:gd name="T7" fmla="*/ 45 h 174"/>
                  <a:gd name="T8" fmla="*/ 46 w 94"/>
                  <a:gd name="T9" fmla="*/ 55 h 174"/>
                  <a:gd name="T10" fmla="*/ 66 w 94"/>
                  <a:gd name="T11" fmla="*/ 56 h 174"/>
                  <a:gd name="T12" fmla="*/ 76 w 94"/>
                  <a:gd name="T13" fmla="*/ 64 h 174"/>
                  <a:gd name="T14" fmla="*/ 58 w 94"/>
                  <a:gd name="T15" fmla="*/ 66 h 174"/>
                  <a:gd name="T16" fmla="*/ 74 w 94"/>
                  <a:gd name="T17" fmla="*/ 78 h 174"/>
                  <a:gd name="T18" fmla="*/ 84 w 94"/>
                  <a:gd name="T19" fmla="*/ 69 h 174"/>
                  <a:gd name="T20" fmla="*/ 82 w 94"/>
                  <a:gd name="T21" fmla="*/ 49 h 174"/>
                  <a:gd name="T22" fmla="*/ 60 w 94"/>
                  <a:gd name="T23" fmla="*/ 47 h 174"/>
                  <a:gd name="T24" fmla="*/ 50 w 94"/>
                  <a:gd name="T25" fmla="*/ 37 h 174"/>
                  <a:gd name="T26" fmla="*/ 34 w 94"/>
                  <a:gd name="T27" fmla="*/ 37 h 174"/>
                  <a:gd name="T28" fmla="*/ 30 w 94"/>
                  <a:gd name="T29" fmla="*/ 31 h 174"/>
                  <a:gd name="T30" fmla="*/ 42 w 94"/>
                  <a:gd name="T31" fmla="*/ 19 h 174"/>
                  <a:gd name="T32" fmla="*/ 30 w 94"/>
                  <a:gd name="T33" fmla="*/ 0 h 174"/>
                  <a:gd name="T34" fmla="*/ 18 w 94"/>
                  <a:gd name="T35" fmla="*/ 10 h 174"/>
                  <a:gd name="T36" fmla="*/ 4 w 94"/>
                  <a:gd name="T37" fmla="*/ 20 h 174"/>
                  <a:gd name="T38" fmla="*/ 14 w 94"/>
                  <a:gd name="T39" fmla="*/ 34 h 174"/>
                  <a:gd name="T40" fmla="*/ 14 w 94"/>
                  <a:gd name="T41" fmla="*/ 42 h 17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4" h="174">
                    <a:moveTo>
                      <a:pt x="14" y="96"/>
                    </a:moveTo>
                    <a:cubicBezTo>
                      <a:pt x="11" y="109"/>
                      <a:pt x="15" y="120"/>
                      <a:pt x="26" y="128"/>
                    </a:cubicBezTo>
                    <a:cubicBezTo>
                      <a:pt x="34" y="120"/>
                      <a:pt x="35" y="119"/>
                      <a:pt x="32" y="108"/>
                    </a:cubicBezTo>
                    <a:cubicBezTo>
                      <a:pt x="35" y="92"/>
                      <a:pt x="39" y="92"/>
                      <a:pt x="52" y="100"/>
                    </a:cubicBezTo>
                    <a:cubicBezTo>
                      <a:pt x="59" y="110"/>
                      <a:pt x="49" y="114"/>
                      <a:pt x="46" y="124"/>
                    </a:cubicBezTo>
                    <a:cubicBezTo>
                      <a:pt x="50" y="137"/>
                      <a:pt x="57" y="129"/>
                      <a:pt x="66" y="126"/>
                    </a:cubicBezTo>
                    <a:cubicBezTo>
                      <a:pt x="77" y="129"/>
                      <a:pt x="79" y="131"/>
                      <a:pt x="76" y="142"/>
                    </a:cubicBezTo>
                    <a:cubicBezTo>
                      <a:pt x="67" y="139"/>
                      <a:pt x="65" y="141"/>
                      <a:pt x="58" y="148"/>
                    </a:cubicBezTo>
                    <a:cubicBezTo>
                      <a:pt x="60" y="160"/>
                      <a:pt x="62" y="170"/>
                      <a:pt x="74" y="174"/>
                    </a:cubicBezTo>
                    <a:cubicBezTo>
                      <a:pt x="77" y="165"/>
                      <a:pt x="74" y="157"/>
                      <a:pt x="84" y="154"/>
                    </a:cubicBezTo>
                    <a:cubicBezTo>
                      <a:pt x="91" y="143"/>
                      <a:pt x="94" y="122"/>
                      <a:pt x="82" y="112"/>
                    </a:cubicBezTo>
                    <a:cubicBezTo>
                      <a:pt x="77" y="108"/>
                      <a:pt x="66" y="108"/>
                      <a:pt x="60" y="106"/>
                    </a:cubicBezTo>
                    <a:cubicBezTo>
                      <a:pt x="65" y="92"/>
                      <a:pt x="66" y="87"/>
                      <a:pt x="50" y="82"/>
                    </a:cubicBezTo>
                    <a:cubicBezTo>
                      <a:pt x="48" y="82"/>
                      <a:pt x="37" y="86"/>
                      <a:pt x="34" y="82"/>
                    </a:cubicBezTo>
                    <a:cubicBezTo>
                      <a:pt x="32" y="79"/>
                      <a:pt x="30" y="70"/>
                      <a:pt x="30" y="70"/>
                    </a:cubicBezTo>
                    <a:cubicBezTo>
                      <a:pt x="32" y="54"/>
                      <a:pt x="32" y="52"/>
                      <a:pt x="42" y="42"/>
                    </a:cubicBezTo>
                    <a:cubicBezTo>
                      <a:pt x="41" y="30"/>
                      <a:pt x="45" y="5"/>
                      <a:pt x="30" y="0"/>
                    </a:cubicBezTo>
                    <a:cubicBezTo>
                      <a:pt x="14" y="4"/>
                      <a:pt x="16" y="4"/>
                      <a:pt x="18" y="22"/>
                    </a:cubicBezTo>
                    <a:cubicBezTo>
                      <a:pt x="16" y="39"/>
                      <a:pt x="15" y="35"/>
                      <a:pt x="4" y="46"/>
                    </a:cubicBezTo>
                    <a:cubicBezTo>
                      <a:pt x="0" y="59"/>
                      <a:pt x="5" y="67"/>
                      <a:pt x="14" y="76"/>
                    </a:cubicBezTo>
                    <a:cubicBezTo>
                      <a:pt x="15" y="80"/>
                      <a:pt x="17" y="93"/>
                      <a:pt x="14" y="9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7" name="Freeform 29"/>
              <p:cNvSpPr>
                <a:spLocks/>
              </p:cNvSpPr>
              <p:nvPr userDrawn="1"/>
            </p:nvSpPr>
            <p:spPr bwMode="ltGray">
              <a:xfrm>
                <a:off x="2415" y="644"/>
                <a:ext cx="32" cy="41"/>
              </a:xfrm>
              <a:custGeom>
                <a:avLst/>
                <a:gdLst>
                  <a:gd name="T0" fmla="*/ 6 w 32"/>
                  <a:gd name="T1" fmla="*/ 11 h 50"/>
                  <a:gd name="T2" fmla="*/ 12 w 32"/>
                  <a:gd name="T3" fmla="*/ 0 h 50"/>
                  <a:gd name="T4" fmla="*/ 20 w 32"/>
                  <a:gd name="T5" fmla="*/ 7 h 50"/>
                  <a:gd name="T6" fmla="*/ 22 w 32"/>
                  <a:gd name="T7" fmla="*/ 11 h 50"/>
                  <a:gd name="T8" fmla="*/ 28 w 32"/>
                  <a:gd name="T9" fmla="*/ 11 h 50"/>
                  <a:gd name="T10" fmla="*/ 32 w 32"/>
                  <a:gd name="T11" fmla="*/ 17 h 50"/>
                  <a:gd name="T12" fmla="*/ 18 w 32"/>
                  <a:gd name="T13" fmla="*/ 23 h 50"/>
                  <a:gd name="T14" fmla="*/ 6 w 32"/>
                  <a:gd name="T15" fmla="*/ 11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2" h="50">
                    <a:moveTo>
                      <a:pt x="6" y="24"/>
                    </a:moveTo>
                    <a:cubicBezTo>
                      <a:pt x="0" y="15"/>
                      <a:pt x="3" y="6"/>
                      <a:pt x="12" y="0"/>
                    </a:cubicBezTo>
                    <a:cubicBezTo>
                      <a:pt x="23" y="3"/>
                      <a:pt x="23" y="5"/>
                      <a:pt x="20" y="16"/>
                    </a:cubicBezTo>
                    <a:cubicBezTo>
                      <a:pt x="21" y="19"/>
                      <a:pt x="20" y="22"/>
                      <a:pt x="22" y="24"/>
                    </a:cubicBezTo>
                    <a:cubicBezTo>
                      <a:pt x="23" y="26"/>
                      <a:pt x="27" y="24"/>
                      <a:pt x="28" y="26"/>
                    </a:cubicBezTo>
                    <a:cubicBezTo>
                      <a:pt x="30" y="29"/>
                      <a:pt x="32" y="38"/>
                      <a:pt x="32" y="38"/>
                    </a:cubicBezTo>
                    <a:cubicBezTo>
                      <a:pt x="29" y="46"/>
                      <a:pt x="26" y="47"/>
                      <a:pt x="18" y="50"/>
                    </a:cubicBezTo>
                    <a:cubicBezTo>
                      <a:pt x="12" y="41"/>
                      <a:pt x="18" y="24"/>
                      <a:pt x="6" y="2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8" name="Freeform 30"/>
              <p:cNvSpPr>
                <a:spLocks/>
              </p:cNvSpPr>
              <p:nvPr userDrawn="1"/>
            </p:nvSpPr>
            <p:spPr bwMode="ltGray">
              <a:xfrm>
                <a:off x="2349" y="654"/>
                <a:ext cx="45" cy="41"/>
              </a:xfrm>
              <a:custGeom>
                <a:avLst/>
                <a:gdLst>
                  <a:gd name="T0" fmla="*/ 0 w 43"/>
                  <a:gd name="T1" fmla="*/ 21 h 50"/>
                  <a:gd name="T2" fmla="*/ 26 w 43"/>
                  <a:gd name="T3" fmla="*/ 9 h 50"/>
                  <a:gd name="T4" fmla="*/ 44 w 43"/>
                  <a:gd name="T5" fmla="*/ 0 h 50"/>
                  <a:gd name="T6" fmla="*/ 28 w 43"/>
                  <a:gd name="T7" fmla="*/ 13 h 50"/>
                  <a:gd name="T8" fmla="*/ 2 w 43"/>
                  <a:gd name="T9" fmla="*/ 23 h 50"/>
                  <a:gd name="T10" fmla="*/ 0 w 43"/>
                  <a:gd name="T11" fmla="*/ 21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50">
                    <a:moveTo>
                      <a:pt x="0" y="44"/>
                    </a:moveTo>
                    <a:cubicBezTo>
                      <a:pt x="6" y="38"/>
                      <a:pt x="18" y="29"/>
                      <a:pt x="22" y="20"/>
                    </a:cubicBezTo>
                    <a:cubicBezTo>
                      <a:pt x="27" y="10"/>
                      <a:pt x="25" y="4"/>
                      <a:pt x="36" y="0"/>
                    </a:cubicBezTo>
                    <a:cubicBezTo>
                      <a:pt x="43" y="11"/>
                      <a:pt x="36" y="24"/>
                      <a:pt x="24" y="28"/>
                    </a:cubicBezTo>
                    <a:cubicBezTo>
                      <a:pt x="21" y="38"/>
                      <a:pt x="12" y="47"/>
                      <a:pt x="2" y="50"/>
                    </a:cubicBezTo>
                    <a:cubicBezTo>
                      <a:pt x="1" y="48"/>
                      <a:pt x="0" y="44"/>
                      <a:pt x="0" y="4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9" name="Freeform 31"/>
              <p:cNvSpPr>
                <a:spLocks/>
              </p:cNvSpPr>
              <p:nvPr userDrawn="1"/>
            </p:nvSpPr>
            <p:spPr bwMode="ltGray">
              <a:xfrm>
                <a:off x="4808" y="597"/>
                <a:ext cx="701" cy="438"/>
              </a:xfrm>
              <a:custGeom>
                <a:avLst/>
                <a:gdLst>
                  <a:gd name="T0" fmla="*/ 101 w 471"/>
                  <a:gd name="T1" fmla="*/ 1652 h 281"/>
                  <a:gd name="T2" fmla="*/ 119 w 471"/>
                  <a:gd name="T3" fmla="*/ 1478 h 281"/>
                  <a:gd name="T4" fmla="*/ 109 w 471"/>
                  <a:gd name="T5" fmla="*/ 1445 h 281"/>
                  <a:gd name="T6" fmla="*/ 80 w 471"/>
                  <a:gd name="T7" fmla="*/ 1288 h 281"/>
                  <a:gd name="T8" fmla="*/ 19 w 471"/>
                  <a:gd name="T9" fmla="*/ 1269 h 281"/>
                  <a:gd name="T10" fmla="*/ 0 w 471"/>
                  <a:gd name="T11" fmla="*/ 1127 h 281"/>
                  <a:gd name="T12" fmla="*/ 60 w 471"/>
                  <a:gd name="T13" fmla="*/ 1065 h 281"/>
                  <a:gd name="T14" fmla="*/ 28 w 471"/>
                  <a:gd name="T15" fmla="*/ 974 h 281"/>
                  <a:gd name="T16" fmla="*/ 9 w 471"/>
                  <a:gd name="T17" fmla="*/ 943 h 281"/>
                  <a:gd name="T18" fmla="*/ 140 w 471"/>
                  <a:gd name="T19" fmla="*/ 708 h 281"/>
                  <a:gd name="T20" fmla="*/ 214 w 471"/>
                  <a:gd name="T21" fmla="*/ 569 h 281"/>
                  <a:gd name="T22" fmla="*/ 208 w 471"/>
                  <a:gd name="T23" fmla="*/ 413 h 281"/>
                  <a:gd name="T24" fmla="*/ 119 w 471"/>
                  <a:gd name="T25" fmla="*/ 253 h 281"/>
                  <a:gd name="T26" fmla="*/ 100 w 471"/>
                  <a:gd name="T27" fmla="*/ 190 h 281"/>
                  <a:gd name="T28" fmla="*/ 128 w 471"/>
                  <a:gd name="T29" fmla="*/ 212 h 281"/>
                  <a:gd name="T30" fmla="*/ 235 w 471"/>
                  <a:gd name="T31" fmla="*/ 209 h 281"/>
                  <a:gd name="T32" fmla="*/ 313 w 471"/>
                  <a:gd name="T33" fmla="*/ 64 h 281"/>
                  <a:gd name="T34" fmla="*/ 403 w 471"/>
                  <a:gd name="T35" fmla="*/ 0 h 281"/>
                  <a:gd name="T36" fmla="*/ 432 w 471"/>
                  <a:gd name="T37" fmla="*/ 12 h 281"/>
                  <a:gd name="T38" fmla="*/ 452 w 471"/>
                  <a:gd name="T39" fmla="*/ 53 h 281"/>
                  <a:gd name="T40" fmla="*/ 481 w 471"/>
                  <a:gd name="T41" fmla="*/ 30 h 281"/>
                  <a:gd name="T42" fmla="*/ 540 w 471"/>
                  <a:gd name="T43" fmla="*/ 47 h 281"/>
                  <a:gd name="T44" fmla="*/ 569 w 471"/>
                  <a:gd name="T45" fmla="*/ 53 h 281"/>
                  <a:gd name="T46" fmla="*/ 694 w 471"/>
                  <a:gd name="T47" fmla="*/ 83 h 281"/>
                  <a:gd name="T48" fmla="*/ 762 w 471"/>
                  <a:gd name="T49" fmla="*/ 140 h 281"/>
                  <a:gd name="T50" fmla="*/ 822 w 471"/>
                  <a:gd name="T51" fmla="*/ 100 h 281"/>
                  <a:gd name="T52" fmla="*/ 847 w 471"/>
                  <a:gd name="T53" fmla="*/ 83 h 281"/>
                  <a:gd name="T54" fmla="*/ 957 w 471"/>
                  <a:gd name="T55" fmla="*/ 83 h 281"/>
                  <a:gd name="T56" fmla="*/ 1034 w 471"/>
                  <a:gd name="T57" fmla="*/ 190 h 281"/>
                  <a:gd name="T58" fmla="*/ 1134 w 471"/>
                  <a:gd name="T59" fmla="*/ 348 h 281"/>
                  <a:gd name="T60" fmla="*/ 1203 w 471"/>
                  <a:gd name="T61" fmla="*/ 413 h 281"/>
                  <a:gd name="T62" fmla="*/ 1261 w 471"/>
                  <a:gd name="T63" fmla="*/ 401 h 281"/>
                  <a:gd name="T64" fmla="*/ 1325 w 471"/>
                  <a:gd name="T65" fmla="*/ 382 h 281"/>
                  <a:gd name="T66" fmla="*/ 1424 w 471"/>
                  <a:gd name="T67" fmla="*/ 421 h 281"/>
                  <a:gd name="T68" fmla="*/ 1470 w 471"/>
                  <a:gd name="T69" fmla="*/ 477 h 281"/>
                  <a:gd name="T70" fmla="*/ 1511 w 471"/>
                  <a:gd name="T71" fmla="*/ 530 h 281"/>
                  <a:gd name="T72" fmla="*/ 1560 w 471"/>
                  <a:gd name="T73" fmla="*/ 656 h 281"/>
                  <a:gd name="T74" fmla="*/ 1579 w 471"/>
                  <a:gd name="T75" fmla="*/ 708 h 281"/>
                  <a:gd name="T76" fmla="*/ 1588 w 471"/>
                  <a:gd name="T77" fmla="*/ 739 h 281"/>
                  <a:gd name="T78" fmla="*/ 1520 w 471"/>
                  <a:gd name="T79" fmla="*/ 835 h 281"/>
                  <a:gd name="T80" fmla="*/ 1579 w 471"/>
                  <a:gd name="T81" fmla="*/ 834 h 281"/>
                  <a:gd name="T82" fmla="*/ 1679 w 471"/>
                  <a:gd name="T83" fmla="*/ 917 h 281"/>
                  <a:gd name="T84" fmla="*/ 1787 w 471"/>
                  <a:gd name="T85" fmla="*/ 927 h 281"/>
                  <a:gd name="T86" fmla="*/ 1865 w 471"/>
                  <a:gd name="T87" fmla="*/ 991 h 281"/>
                  <a:gd name="T88" fmla="*/ 1877 w 471"/>
                  <a:gd name="T89" fmla="*/ 1016 h 281"/>
                  <a:gd name="T90" fmla="*/ 1877 w 471"/>
                  <a:gd name="T91" fmla="*/ 1038 h 281"/>
                  <a:gd name="T92" fmla="*/ 1932 w 471"/>
                  <a:gd name="T93" fmla="*/ 1016 h 281"/>
                  <a:gd name="T94" fmla="*/ 1963 w 471"/>
                  <a:gd name="T95" fmla="*/ 1010 h 281"/>
                  <a:gd name="T96" fmla="*/ 2154 w 471"/>
                  <a:gd name="T97" fmla="*/ 1091 h 281"/>
                  <a:gd name="T98" fmla="*/ 2192 w 471"/>
                  <a:gd name="T99" fmla="*/ 1174 h 281"/>
                  <a:gd name="T100" fmla="*/ 2282 w 471"/>
                  <a:gd name="T101" fmla="*/ 1186 h 281"/>
                  <a:gd name="T102" fmla="*/ 2310 w 471"/>
                  <a:gd name="T103" fmla="*/ 1269 h 281"/>
                  <a:gd name="T104" fmla="*/ 2213 w 471"/>
                  <a:gd name="T105" fmla="*/ 1523 h 281"/>
                  <a:gd name="T106" fmla="*/ 2133 w 471"/>
                  <a:gd name="T107" fmla="*/ 1660 h 281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471" h="281">
                    <a:moveTo>
                      <a:pt x="21" y="280"/>
                    </a:moveTo>
                    <a:cubicBezTo>
                      <a:pt x="32" y="281"/>
                      <a:pt x="25" y="253"/>
                      <a:pt x="24" y="250"/>
                    </a:cubicBezTo>
                    <a:cubicBezTo>
                      <a:pt x="23" y="248"/>
                      <a:pt x="22" y="245"/>
                      <a:pt x="22" y="245"/>
                    </a:cubicBezTo>
                    <a:cubicBezTo>
                      <a:pt x="21" y="243"/>
                      <a:pt x="20" y="221"/>
                      <a:pt x="16" y="218"/>
                    </a:cubicBezTo>
                    <a:cubicBezTo>
                      <a:pt x="13" y="216"/>
                      <a:pt x="4" y="215"/>
                      <a:pt x="4" y="215"/>
                    </a:cubicBezTo>
                    <a:cubicBezTo>
                      <a:pt x="0" y="207"/>
                      <a:pt x="3" y="200"/>
                      <a:pt x="0" y="191"/>
                    </a:cubicBezTo>
                    <a:cubicBezTo>
                      <a:pt x="2" y="185"/>
                      <a:pt x="7" y="186"/>
                      <a:pt x="12" y="180"/>
                    </a:cubicBezTo>
                    <a:cubicBezTo>
                      <a:pt x="14" y="172"/>
                      <a:pt x="14" y="169"/>
                      <a:pt x="6" y="165"/>
                    </a:cubicBezTo>
                    <a:cubicBezTo>
                      <a:pt x="4" y="163"/>
                      <a:pt x="2" y="162"/>
                      <a:pt x="2" y="160"/>
                    </a:cubicBezTo>
                    <a:cubicBezTo>
                      <a:pt x="2" y="150"/>
                      <a:pt x="16" y="123"/>
                      <a:pt x="28" y="120"/>
                    </a:cubicBezTo>
                    <a:cubicBezTo>
                      <a:pt x="32" y="111"/>
                      <a:pt x="40" y="105"/>
                      <a:pt x="44" y="96"/>
                    </a:cubicBezTo>
                    <a:cubicBezTo>
                      <a:pt x="39" y="83"/>
                      <a:pt x="38" y="85"/>
                      <a:pt x="42" y="70"/>
                    </a:cubicBezTo>
                    <a:cubicBezTo>
                      <a:pt x="38" y="60"/>
                      <a:pt x="34" y="48"/>
                      <a:pt x="24" y="43"/>
                    </a:cubicBezTo>
                    <a:cubicBezTo>
                      <a:pt x="18" y="36"/>
                      <a:pt x="10" y="37"/>
                      <a:pt x="20" y="32"/>
                    </a:cubicBezTo>
                    <a:cubicBezTo>
                      <a:pt x="27" y="34"/>
                      <a:pt x="26" y="32"/>
                      <a:pt x="26" y="36"/>
                    </a:cubicBezTo>
                    <a:cubicBezTo>
                      <a:pt x="34" y="41"/>
                      <a:pt x="39" y="39"/>
                      <a:pt x="48" y="35"/>
                    </a:cubicBezTo>
                    <a:cubicBezTo>
                      <a:pt x="45" y="22"/>
                      <a:pt x="48" y="14"/>
                      <a:pt x="64" y="11"/>
                    </a:cubicBezTo>
                    <a:cubicBezTo>
                      <a:pt x="71" y="8"/>
                      <a:pt x="75" y="3"/>
                      <a:pt x="82" y="0"/>
                    </a:cubicBezTo>
                    <a:cubicBezTo>
                      <a:pt x="84" y="1"/>
                      <a:pt x="88" y="0"/>
                      <a:pt x="88" y="2"/>
                    </a:cubicBezTo>
                    <a:cubicBezTo>
                      <a:pt x="90" y="12"/>
                      <a:pt x="75" y="13"/>
                      <a:pt x="92" y="9"/>
                    </a:cubicBezTo>
                    <a:cubicBezTo>
                      <a:pt x="94" y="8"/>
                      <a:pt x="96" y="5"/>
                      <a:pt x="98" y="5"/>
                    </a:cubicBezTo>
                    <a:cubicBezTo>
                      <a:pt x="102" y="4"/>
                      <a:pt x="106" y="7"/>
                      <a:pt x="110" y="8"/>
                    </a:cubicBezTo>
                    <a:cubicBezTo>
                      <a:pt x="112" y="8"/>
                      <a:pt x="116" y="9"/>
                      <a:pt x="116" y="9"/>
                    </a:cubicBezTo>
                    <a:cubicBezTo>
                      <a:pt x="122" y="16"/>
                      <a:pt x="129" y="13"/>
                      <a:pt x="141" y="14"/>
                    </a:cubicBezTo>
                    <a:cubicBezTo>
                      <a:pt x="143" y="21"/>
                      <a:pt x="147" y="22"/>
                      <a:pt x="155" y="24"/>
                    </a:cubicBezTo>
                    <a:cubicBezTo>
                      <a:pt x="159" y="22"/>
                      <a:pt x="163" y="20"/>
                      <a:pt x="167" y="17"/>
                    </a:cubicBezTo>
                    <a:cubicBezTo>
                      <a:pt x="169" y="16"/>
                      <a:pt x="173" y="14"/>
                      <a:pt x="173" y="14"/>
                    </a:cubicBezTo>
                    <a:cubicBezTo>
                      <a:pt x="195" y="26"/>
                      <a:pt x="175" y="20"/>
                      <a:pt x="195" y="14"/>
                    </a:cubicBezTo>
                    <a:cubicBezTo>
                      <a:pt x="207" y="17"/>
                      <a:pt x="201" y="26"/>
                      <a:pt x="211" y="32"/>
                    </a:cubicBezTo>
                    <a:cubicBezTo>
                      <a:pt x="214" y="38"/>
                      <a:pt x="224" y="55"/>
                      <a:pt x="231" y="59"/>
                    </a:cubicBezTo>
                    <a:cubicBezTo>
                      <a:pt x="241" y="70"/>
                      <a:pt x="235" y="67"/>
                      <a:pt x="245" y="70"/>
                    </a:cubicBezTo>
                    <a:cubicBezTo>
                      <a:pt x="249" y="69"/>
                      <a:pt x="253" y="69"/>
                      <a:pt x="257" y="68"/>
                    </a:cubicBezTo>
                    <a:cubicBezTo>
                      <a:pt x="261" y="67"/>
                      <a:pt x="270" y="65"/>
                      <a:pt x="270" y="65"/>
                    </a:cubicBezTo>
                    <a:cubicBezTo>
                      <a:pt x="278" y="66"/>
                      <a:pt x="283" y="67"/>
                      <a:pt x="290" y="71"/>
                    </a:cubicBezTo>
                    <a:cubicBezTo>
                      <a:pt x="304" y="88"/>
                      <a:pt x="282" y="62"/>
                      <a:pt x="300" y="81"/>
                    </a:cubicBezTo>
                    <a:cubicBezTo>
                      <a:pt x="302" y="84"/>
                      <a:pt x="308" y="90"/>
                      <a:pt x="308" y="90"/>
                    </a:cubicBezTo>
                    <a:cubicBezTo>
                      <a:pt x="311" y="98"/>
                      <a:pt x="315" y="103"/>
                      <a:pt x="318" y="111"/>
                    </a:cubicBezTo>
                    <a:cubicBezTo>
                      <a:pt x="319" y="114"/>
                      <a:pt x="321" y="117"/>
                      <a:pt x="322" y="120"/>
                    </a:cubicBezTo>
                    <a:cubicBezTo>
                      <a:pt x="323" y="122"/>
                      <a:pt x="324" y="125"/>
                      <a:pt x="324" y="125"/>
                    </a:cubicBezTo>
                    <a:cubicBezTo>
                      <a:pt x="321" y="132"/>
                      <a:pt x="313" y="134"/>
                      <a:pt x="310" y="142"/>
                    </a:cubicBezTo>
                    <a:cubicBezTo>
                      <a:pt x="313" y="151"/>
                      <a:pt x="317" y="146"/>
                      <a:pt x="322" y="141"/>
                    </a:cubicBezTo>
                    <a:cubicBezTo>
                      <a:pt x="341" y="143"/>
                      <a:pt x="339" y="142"/>
                      <a:pt x="342" y="155"/>
                    </a:cubicBezTo>
                    <a:cubicBezTo>
                      <a:pt x="351" y="150"/>
                      <a:pt x="355" y="152"/>
                      <a:pt x="364" y="157"/>
                    </a:cubicBezTo>
                    <a:cubicBezTo>
                      <a:pt x="369" y="162"/>
                      <a:pt x="372" y="166"/>
                      <a:pt x="380" y="168"/>
                    </a:cubicBezTo>
                    <a:cubicBezTo>
                      <a:pt x="381" y="169"/>
                      <a:pt x="383" y="171"/>
                      <a:pt x="382" y="172"/>
                    </a:cubicBezTo>
                    <a:cubicBezTo>
                      <a:pt x="380" y="176"/>
                      <a:pt x="368" y="172"/>
                      <a:pt x="382" y="176"/>
                    </a:cubicBezTo>
                    <a:cubicBezTo>
                      <a:pt x="386" y="175"/>
                      <a:pt x="390" y="173"/>
                      <a:pt x="394" y="172"/>
                    </a:cubicBezTo>
                    <a:cubicBezTo>
                      <a:pt x="396" y="172"/>
                      <a:pt x="400" y="171"/>
                      <a:pt x="400" y="171"/>
                    </a:cubicBezTo>
                    <a:cubicBezTo>
                      <a:pt x="413" y="177"/>
                      <a:pt x="427" y="179"/>
                      <a:pt x="439" y="185"/>
                    </a:cubicBezTo>
                    <a:cubicBezTo>
                      <a:pt x="441" y="190"/>
                      <a:pt x="445" y="194"/>
                      <a:pt x="447" y="199"/>
                    </a:cubicBezTo>
                    <a:cubicBezTo>
                      <a:pt x="453" y="198"/>
                      <a:pt x="460" y="195"/>
                      <a:pt x="465" y="201"/>
                    </a:cubicBezTo>
                    <a:cubicBezTo>
                      <a:pt x="468" y="205"/>
                      <a:pt x="471" y="215"/>
                      <a:pt x="471" y="215"/>
                    </a:cubicBezTo>
                    <a:cubicBezTo>
                      <a:pt x="468" y="231"/>
                      <a:pt x="469" y="248"/>
                      <a:pt x="451" y="258"/>
                    </a:cubicBezTo>
                    <a:cubicBezTo>
                      <a:pt x="447" y="262"/>
                      <a:pt x="437" y="275"/>
                      <a:pt x="435" y="281"/>
                    </a:cubicBezTo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0" name="Freeform 32"/>
              <p:cNvSpPr>
                <a:spLocks/>
              </p:cNvSpPr>
              <p:nvPr userDrawn="1"/>
            </p:nvSpPr>
            <p:spPr bwMode="ltGray">
              <a:xfrm>
                <a:off x="3880" y="-7"/>
                <a:ext cx="984" cy="692"/>
              </a:xfrm>
              <a:custGeom>
                <a:avLst/>
                <a:gdLst>
                  <a:gd name="T0" fmla="*/ 406 w 984"/>
                  <a:gd name="T1" fmla="*/ 2 h 844"/>
                  <a:gd name="T2" fmla="*/ 502 w 984"/>
                  <a:gd name="T3" fmla="*/ 16 h 844"/>
                  <a:gd name="T4" fmla="*/ 550 w 984"/>
                  <a:gd name="T5" fmla="*/ 16 h 844"/>
                  <a:gd name="T6" fmla="*/ 578 w 984"/>
                  <a:gd name="T7" fmla="*/ 59 h 844"/>
                  <a:gd name="T8" fmla="*/ 586 w 984"/>
                  <a:gd name="T9" fmla="*/ 41 h 844"/>
                  <a:gd name="T10" fmla="*/ 606 w 984"/>
                  <a:gd name="T11" fmla="*/ 32 h 844"/>
                  <a:gd name="T12" fmla="*/ 642 w 984"/>
                  <a:gd name="T13" fmla="*/ 57 h 844"/>
                  <a:gd name="T14" fmla="*/ 682 w 984"/>
                  <a:gd name="T15" fmla="*/ 44 h 844"/>
                  <a:gd name="T16" fmla="*/ 706 w 984"/>
                  <a:gd name="T17" fmla="*/ 39 h 844"/>
                  <a:gd name="T18" fmla="*/ 762 w 984"/>
                  <a:gd name="T19" fmla="*/ 2 h 844"/>
                  <a:gd name="T20" fmla="*/ 798 w 984"/>
                  <a:gd name="T21" fmla="*/ 32 h 844"/>
                  <a:gd name="T22" fmla="*/ 798 w 984"/>
                  <a:gd name="T23" fmla="*/ 59 h 844"/>
                  <a:gd name="T24" fmla="*/ 790 w 984"/>
                  <a:gd name="T25" fmla="*/ 72 h 844"/>
                  <a:gd name="T26" fmla="*/ 766 w 984"/>
                  <a:gd name="T27" fmla="*/ 73 h 844"/>
                  <a:gd name="T28" fmla="*/ 762 w 984"/>
                  <a:gd name="T29" fmla="*/ 84 h 844"/>
                  <a:gd name="T30" fmla="*/ 802 w 984"/>
                  <a:gd name="T31" fmla="*/ 102 h 844"/>
                  <a:gd name="T32" fmla="*/ 786 w 984"/>
                  <a:gd name="T33" fmla="*/ 145 h 844"/>
                  <a:gd name="T34" fmla="*/ 830 w 984"/>
                  <a:gd name="T35" fmla="*/ 187 h 844"/>
                  <a:gd name="T36" fmla="*/ 854 w 984"/>
                  <a:gd name="T37" fmla="*/ 203 h 844"/>
                  <a:gd name="T38" fmla="*/ 830 w 984"/>
                  <a:gd name="T39" fmla="*/ 203 h 844"/>
                  <a:gd name="T40" fmla="*/ 746 w 984"/>
                  <a:gd name="T41" fmla="*/ 171 h 844"/>
                  <a:gd name="T42" fmla="*/ 678 w 984"/>
                  <a:gd name="T43" fmla="*/ 182 h 844"/>
                  <a:gd name="T44" fmla="*/ 590 w 984"/>
                  <a:gd name="T45" fmla="*/ 200 h 844"/>
                  <a:gd name="T46" fmla="*/ 642 w 984"/>
                  <a:gd name="T47" fmla="*/ 262 h 844"/>
                  <a:gd name="T48" fmla="*/ 710 w 984"/>
                  <a:gd name="T49" fmla="*/ 275 h 844"/>
                  <a:gd name="T50" fmla="*/ 738 w 984"/>
                  <a:gd name="T51" fmla="*/ 248 h 844"/>
                  <a:gd name="T52" fmla="*/ 774 w 984"/>
                  <a:gd name="T53" fmla="*/ 257 h 844"/>
                  <a:gd name="T54" fmla="*/ 766 w 984"/>
                  <a:gd name="T55" fmla="*/ 285 h 844"/>
                  <a:gd name="T56" fmla="*/ 802 w 984"/>
                  <a:gd name="T57" fmla="*/ 303 h 844"/>
                  <a:gd name="T58" fmla="*/ 838 w 984"/>
                  <a:gd name="T59" fmla="*/ 297 h 844"/>
                  <a:gd name="T60" fmla="*/ 922 w 984"/>
                  <a:gd name="T61" fmla="*/ 364 h 844"/>
                  <a:gd name="T62" fmla="*/ 942 w 984"/>
                  <a:gd name="T63" fmla="*/ 373 h 844"/>
                  <a:gd name="T64" fmla="*/ 874 w 984"/>
                  <a:gd name="T65" fmla="*/ 366 h 844"/>
                  <a:gd name="T66" fmla="*/ 830 w 984"/>
                  <a:gd name="T67" fmla="*/ 342 h 844"/>
                  <a:gd name="T68" fmla="*/ 778 w 984"/>
                  <a:gd name="T69" fmla="*/ 321 h 844"/>
                  <a:gd name="T70" fmla="*/ 702 w 984"/>
                  <a:gd name="T71" fmla="*/ 299 h 844"/>
                  <a:gd name="T72" fmla="*/ 614 w 984"/>
                  <a:gd name="T73" fmla="*/ 293 h 844"/>
                  <a:gd name="T74" fmla="*/ 506 w 984"/>
                  <a:gd name="T75" fmla="*/ 268 h 844"/>
                  <a:gd name="T76" fmla="*/ 462 w 984"/>
                  <a:gd name="T77" fmla="*/ 229 h 844"/>
                  <a:gd name="T78" fmla="*/ 430 w 984"/>
                  <a:gd name="T79" fmla="*/ 209 h 844"/>
                  <a:gd name="T80" fmla="*/ 382 w 984"/>
                  <a:gd name="T81" fmla="*/ 194 h 844"/>
                  <a:gd name="T82" fmla="*/ 342 w 984"/>
                  <a:gd name="T83" fmla="*/ 166 h 844"/>
                  <a:gd name="T84" fmla="*/ 354 w 984"/>
                  <a:gd name="T85" fmla="*/ 187 h 844"/>
                  <a:gd name="T86" fmla="*/ 418 w 984"/>
                  <a:gd name="T87" fmla="*/ 223 h 844"/>
                  <a:gd name="T88" fmla="*/ 422 w 984"/>
                  <a:gd name="T89" fmla="*/ 237 h 844"/>
                  <a:gd name="T90" fmla="*/ 394 w 984"/>
                  <a:gd name="T91" fmla="*/ 225 h 844"/>
                  <a:gd name="T92" fmla="*/ 354 w 984"/>
                  <a:gd name="T93" fmla="*/ 211 h 844"/>
                  <a:gd name="T94" fmla="*/ 314 w 984"/>
                  <a:gd name="T95" fmla="*/ 182 h 844"/>
                  <a:gd name="T96" fmla="*/ 266 w 984"/>
                  <a:gd name="T97" fmla="*/ 157 h 844"/>
                  <a:gd name="T98" fmla="*/ 210 w 984"/>
                  <a:gd name="T99" fmla="*/ 142 h 844"/>
                  <a:gd name="T100" fmla="*/ 154 w 984"/>
                  <a:gd name="T101" fmla="*/ 107 h 844"/>
                  <a:gd name="T102" fmla="*/ 66 w 984"/>
                  <a:gd name="T103" fmla="*/ 30 h 844"/>
                  <a:gd name="T104" fmla="*/ 34 w 984"/>
                  <a:gd name="T105" fmla="*/ 16 h 844"/>
                  <a:gd name="T106" fmla="*/ 46 w 984"/>
                  <a:gd name="T107" fmla="*/ 10 h 844"/>
                  <a:gd name="T108" fmla="*/ 102 w 984"/>
                  <a:gd name="T109" fmla="*/ 32 h 84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984" h="844">
                    <a:moveTo>
                      <a:pt x="82" y="38"/>
                    </a:moveTo>
                    <a:lnTo>
                      <a:pt x="406" y="6"/>
                    </a:lnTo>
                    <a:cubicBezTo>
                      <a:pt x="497" y="22"/>
                      <a:pt x="465" y="0"/>
                      <a:pt x="474" y="54"/>
                    </a:cubicBezTo>
                    <a:cubicBezTo>
                      <a:pt x="492" y="48"/>
                      <a:pt x="484" y="40"/>
                      <a:pt x="502" y="34"/>
                    </a:cubicBezTo>
                    <a:cubicBezTo>
                      <a:pt x="510" y="37"/>
                      <a:pt x="517" y="46"/>
                      <a:pt x="526" y="46"/>
                    </a:cubicBezTo>
                    <a:cubicBezTo>
                      <a:pt x="534" y="46"/>
                      <a:pt x="550" y="38"/>
                      <a:pt x="550" y="38"/>
                    </a:cubicBezTo>
                    <a:cubicBezTo>
                      <a:pt x="556" y="55"/>
                      <a:pt x="552" y="60"/>
                      <a:pt x="542" y="74"/>
                    </a:cubicBezTo>
                    <a:cubicBezTo>
                      <a:pt x="555" y="114"/>
                      <a:pt x="550" y="102"/>
                      <a:pt x="578" y="130"/>
                    </a:cubicBezTo>
                    <a:cubicBezTo>
                      <a:pt x="584" y="148"/>
                      <a:pt x="590" y="148"/>
                      <a:pt x="606" y="138"/>
                    </a:cubicBezTo>
                    <a:cubicBezTo>
                      <a:pt x="600" y="119"/>
                      <a:pt x="594" y="107"/>
                      <a:pt x="586" y="90"/>
                    </a:cubicBezTo>
                    <a:cubicBezTo>
                      <a:pt x="583" y="82"/>
                      <a:pt x="578" y="66"/>
                      <a:pt x="578" y="66"/>
                    </a:cubicBezTo>
                    <a:cubicBezTo>
                      <a:pt x="585" y="44"/>
                      <a:pt x="597" y="56"/>
                      <a:pt x="606" y="70"/>
                    </a:cubicBezTo>
                    <a:cubicBezTo>
                      <a:pt x="609" y="86"/>
                      <a:pt x="608" y="117"/>
                      <a:pt x="626" y="90"/>
                    </a:cubicBezTo>
                    <a:cubicBezTo>
                      <a:pt x="648" y="97"/>
                      <a:pt x="646" y="104"/>
                      <a:pt x="642" y="126"/>
                    </a:cubicBezTo>
                    <a:cubicBezTo>
                      <a:pt x="650" y="150"/>
                      <a:pt x="665" y="141"/>
                      <a:pt x="682" y="130"/>
                    </a:cubicBezTo>
                    <a:cubicBezTo>
                      <a:pt x="689" y="108"/>
                      <a:pt x="673" y="124"/>
                      <a:pt x="682" y="98"/>
                    </a:cubicBezTo>
                    <a:cubicBezTo>
                      <a:pt x="683" y="94"/>
                      <a:pt x="690" y="96"/>
                      <a:pt x="694" y="94"/>
                    </a:cubicBezTo>
                    <a:cubicBezTo>
                      <a:pt x="698" y="92"/>
                      <a:pt x="702" y="89"/>
                      <a:pt x="706" y="86"/>
                    </a:cubicBezTo>
                    <a:cubicBezTo>
                      <a:pt x="717" y="54"/>
                      <a:pt x="688" y="54"/>
                      <a:pt x="742" y="46"/>
                    </a:cubicBezTo>
                    <a:cubicBezTo>
                      <a:pt x="748" y="27"/>
                      <a:pt x="741" y="9"/>
                      <a:pt x="762" y="2"/>
                    </a:cubicBezTo>
                    <a:cubicBezTo>
                      <a:pt x="788" y="11"/>
                      <a:pt x="777" y="38"/>
                      <a:pt x="802" y="46"/>
                    </a:cubicBezTo>
                    <a:cubicBezTo>
                      <a:pt x="831" y="36"/>
                      <a:pt x="805" y="63"/>
                      <a:pt x="798" y="70"/>
                    </a:cubicBezTo>
                    <a:cubicBezTo>
                      <a:pt x="789" y="96"/>
                      <a:pt x="787" y="96"/>
                      <a:pt x="802" y="118"/>
                    </a:cubicBezTo>
                    <a:cubicBezTo>
                      <a:pt x="801" y="122"/>
                      <a:pt x="801" y="127"/>
                      <a:pt x="798" y="130"/>
                    </a:cubicBezTo>
                    <a:cubicBezTo>
                      <a:pt x="794" y="133"/>
                      <a:pt x="784" y="129"/>
                      <a:pt x="782" y="134"/>
                    </a:cubicBezTo>
                    <a:cubicBezTo>
                      <a:pt x="780" y="142"/>
                      <a:pt x="790" y="158"/>
                      <a:pt x="790" y="158"/>
                    </a:cubicBezTo>
                    <a:cubicBezTo>
                      <a:pt x="786" y="161"/>
                      <a:pt x="783" y="165"/>
                      <a:pt x="778" y="166"/>
                    </a:cubicBezTo>
                    <a:cubicBezTo>
                      <a:pt x="774" y="167"/>
                      <a:pt x="769" y="159"/>
                      <a:pt x="766" y="162"/>
                    </a:cubicBezTo>
                    <a:cubicBezTo>
                      <a:pt x="758" y="170"/>
                      <a:pt x="794" y="182"/>
                      <a:pt x="794" y="182"/>
                    </a:cubicBezTo>
                    <a:cubicBezTo>
                      <a:pt x="804" y="211"/>
                      <a:pt x="775" y="190"/>
                      <a:pt x="762" y="186"/>
                    </a:cubicBezTo>
                    <a:cubicBezTo>
                      <a:pt x="767" y="194"/>
                      <a:pt x="773" y="202"/>
                      <a:pt x="778" y="210"/>
                    </a:cubicBezTo>
                    <a:cubicBezTo>
                      <a:pt x="783" y="218"/>
                      <a:pt x="802" y="226"/>
                      <a:pt x="802" y="226"/>
                    </a:cubicBezTo>
                    <a:cubicBezTo>
                      <a:pt x="813" y="242"/>
                      <a:pt x="804" y="245"/>
                      <a:pt x="810" y="262"/>
                    </a:cubicBezTo>
                    <a:cubicBezTo>
                      <a:pt x="803" y="282"/>
                      <a:pt x="793" y="301"/>
                      <a:pt x="786" y="322"/>
                    </a:cubicBezTo>
                    <a:cubicBezTo>
                      <a:pt x="783" y="330"/>
                      <a:pt x="778" y="346"/>
                      <a:pt x="778" y="346"/>
                    </a:cubicBezTo>
                    <a:cubicBezTo>
                      <a:pt x="785" y="366"/>
                      <a:pt x="817" y="394"/>
                      <a:pt x="830" y="414"/>
                    </a:cubicBezTo>
                    <a:cubicBezTo>
                      <a:pt x="835" y="422"/>
                      <a:pt x="841" y="430"/>
                      <a:pt x="846" y="438"/>
                    </a:cubicBezTo>
                    <a:cubicBezTo>
                      <a:pt x="849" y="442"/>
                      <a:pt x="854" y="450"/>
                      <a:pt x="854" y="450"/>
                    </a:cubicBezTo>
                    <a:cubicBezTo>
                      <a:pt x="853" y="457"/>
                      <a:pt x="855" y="466"/>
                      <a:pt x="850" y="470"/>
                    </a:cubicBezTo>
                    <a:cubicBezTo>
                      <a:pt x="844" y="475"/>
                      <a:pt x="831" y="451"/>
                      <a:pt x="830" y="450"/>
                    </a:cubicBezTo>
                    <a:cubicBezTo>
                      <a:pt x="811" y="431"/>
                      <a:pt x="789" y="421"/>
                      <a:pt x="774" y="398"/>
                    </a:cubicBezTo>
                    <a:cubicBezTo>
                      <a:pt x="769" y="379"/>
                      <a:pt x="766" y="371"/>
                      <a:pt x="746" y="378"/>
                    </a:cubicBezTo>
                    <a:cubicBezTo>
                      <a:pt x="717" y="368"/>
                      <a:pt x="730" y="368"/>
                      <a:pt x="706" y="374"/>
                    </a:cubicBezTo>
                    <a:cubicBezTo>
                      <a:pt x="688" y="402"/>
                      <a:pt x="699" y="395"/>
                      <a:pt x="678" y="402"/>
                    </a:cubicBezTo>
                    <a:cubicBezTo>
                      <a:pt x="654" y="386"/>
                      <a:pt x="650" y="390"/>
                      <a:pt x="618" y="394"/>
                    </a:cubicBezTo>
                    <a:cubicBezTo>
                      <a:pt x="607" y="411"/>
                      <a:pt x="601" y="426"/>
                      <a:pt x="590" y="442"/>
                    </a:cubicBezTo>
                    <a:cubicBezTo>
                      <a:pt x="600" y="471"/>
                      <a:pt x="593" y="459"/>
                      <a:pt x="606" y="478"/>
                    </a:cubicBezTo>
                    <a:cubicBezTo>
                      <a:pt x="593" y="518"/>
                      <a:pt x="622" y="548"/>
                      <a:pt x="642" y="578"/>
                    </a:cubicBezTo>
                    <a:cubicBezTo>
                      <a:pt x="651" y="591"/>
                      <a:pt x="651" y="601"/>
                      <a:pt x="666" y="606"/>
                    </a:cubicBezTo>
                    <a:cubicBezTo>
                      <a:pt x="680" y="627"/>
                      <a:pt x="691" y="623"/>
                      <a:pt x="710" y="610"/>
                    </a:cubicBezTo>
                    <a:cubicBezTo>
                      <a:pt x="729" y="616"/>
                      <a:pt x="729" y="606"/>
                      <a:pt x="734" y="590"/>
                    </a:cubicBezTo>
                    <a:cubicBezTo>
                      <a:pt x="735" y="577"/>
                      <a:pt x="731" y="562"/>
                      <a:pt x="738" y="550"/>
                    </a:cubicBezTo>
                    <a:cubicBezTo>
                      <a:pt x="742" y="543"/>
                      <a:pt x="762" y="542"/>
                      <a:pt x="762" y="542"/>
                    </a:cubicBezTo>
                    <a:cubicBezTo>
                      <a:pt x="783" y="547"/>
                      <a:pt x="786" y="552"/>
                      <a:pt x="774" y="570"/>
                    </a:cubicBezTo>
                    <a:cubicBezTo>
                      <a:pt x="779" y="590"/>
                      <a:pt x="790" y="605"/>
                      <a:pt x="770" y="618"/>
                    </a:cubicBezTo>
                    <a:cubicBezTo>
                      <a:pt x="769" y="622"/>
                      <a:pt x="764" y="626"/>
                      <a:pt x="766" y="630"/>
                    </a:cubicBezTo>
                    <a:cubicBezTo>
                      <a:pt x="768" y="634"/>
                      <a:pt x="775" y="634"/>
                      <a:pt x="778" y="638"/>
                    </a:cubicBezTo>
                    <a:cubicBezTo>
                      <a:pt x="788" y="651"/>
                      <a:pt x="786" y="660"/>
                      <a:pt x="802" y="670"/>
                    </a:cubicBezTo>
                    <a:cubicBezTo>
                      <a:pt x="810" y="667"/>
                      <a:pt x="818" y="665"/>
                      <a:pt x="826" y="662"/>
                    </a:cubicBezTo>
                    <a:cubicBezTo>
                      <a:pt x="830" y="661"/>
                      <a:pt x="838" y="658"/>
                      <a:pt x="838" y="658"/>
                    </a:cubicBezTo>
                    <a:cubicBezTo>
                      <a:pt x="857" y="664"/>
                      <a:pt x="864" y="680"/>
                      <a:pt x="870" y="698"/>
                    </a:cubicBezTo>
                    <a:cubicBezTo>
                      <a:pt x="859" y="731"/>
                      <a:pt x="887" y="794"/>
                      <a:pt x="922" y="806"/>
                    </a:cubicBezTo>
                    <a:cubicBezTo>
                      <a:pt x="938" y="801"/>
                      <a:pt x="941" y="792"/>
                      <a:pt x="958" y="798"/>
                    </a:cubicBezTo>
                    <a:cubicBezTo>
                      <a:pt x="984" y="837"/>
                      <a:pt x="928" y="784"/>
                      <a:pt x="942" y="826"/>
                    </a:cubicBezTo>
                    <a:cubicBezTo>
                      <a:pt x="936" y="844"/>
                      <a:pt x="930" y="844"/>
                      <a:pt x="914" y="834"/>
                    </a:cubicBezTo>
                    <a:cubicBezTo>
                      <a:pt x="903" y="817"/>
                      <a:pt x="890" y="821"/>
                      <a:pt x="874" y="810"/>
                    </a:cubicBezTo>
                    <a:cubicBezTo>
                      <a:pt x="851" y="776"/>
                      <a:pt x="882" y="816"/>
                      <a:pt x="854" y="794"/>
                    </a:cubicBezTo>
                    <a:cubicBezTo>
                      <a:pt x="843" y="785"/>
                      <a:pt x="840" y="768"/>
                      <a:pt x="830" y="758"/>
                    </a:cubicBezTo>
                    <a:cubicBezTo>
                      <a:pt x="824" y="739"/>
                      <a:pt x="817" y="724"/>
                      <a:pt x="798" y="718"/>
                    </a:cubicBezTo>
                    <a:cubicBezTo>
                      <a:pt x="791" y="696"/>
                      <a:pt x="800" y="712"/>
                      <a:pt x="778" y="710"/>
                    </a:cubicBezTo>
                    <a:cubicBezTo>
                      <a:pt x="767" y="709"/>
                      <a:pt x="746" y="702"/>
                      <a:pt x="746" y="702"/>
                    </a:cubicBezTo>
                    <a:cubicBezTo>
                      <a:pt x="729" y="691"/>
                      <a:pt x="720" y="674"/>
                      <a:pt x="702" y="662"/>
                    </a:cubicBezTo>
                    <a:cubicBezTo>
                      <a:pt x="694" y="665"/>
                      <a:pt x="687" y="673"/>
                      <a:pt x="678" y="674"/>
                    </a:cubicBezTo>
                    <a:cubicBezTo>
                      <a:pt x="657" y="677"/>
                      <a:pt x="630" y="657"/>
                      <a:pt x="614" y="646"/>
                    </a:cubicBezTo>
                    <a:cubicBezTo>
                      <a:pt x="600" y="637"/>
                      <a:pt x="580" y="639"/>
                      <a:pt x="566" y="630"/>
                    </a:cubicBezTo>
                    <a:cubicBezTo>
                      <a:pt x="546" y="617"/>
                      <a:pt x="525" y="607"/>
                      <a:pt x="506" y="594"/>
                    </a:cubicBezTo>
                    <a:cubicBezTo>
                      <a:pt x="513" y="572"/>
                      <a:pt x="509" y="551"/>
                      <a:pt x="490" y="538"/>
                    </a:cubicBezTo>
                    <a:cubicBezTo>
                      <a:pt x="485" y="522"/>
                      <a:pt x="476" y="515"/>
                      <a:pt x="462" y="506"/>
                    </a:cubicBezTo>
                    <a:cubicBezTo>
                      <a:pt x="441" y="474"/>
                      <a:pt x="469" y="513"/>
                      <a:pt x="442" y="486"/>
                    </a:cubicBezTo>
                    <a:cubicBezTo>
                      <a:pt x="436" y="480"/>
                      <a:pt x="436" y="468"/>
                      <a:pt x="430" y="462"/>
                    </a:cubicBezTo>
                    <a:cubicBezTo>
                      <a:pt x="427" y="459"/>
                      <a:pt x="422" y="459"/>
                      <a:pt x="418" y="458"/>
                    </a:cubicBezTo>
                    <a:cubicBezTo>
                      <a:pt x="407" y="447"/>
                      <a:pt x="382" y="430"/>
                      <a:pt x="382" y="430"/>
                    </a:cubicBezTo>
                    <a:cubicBezTo>
                      <a:pt x="371" y="413"/>
                      <a:pt x="358" y="399"/>
                      <a:pt x="346" y="382"/>
                    </a:cubicBezTo>
                    <a:cubicBezTo>
                      <a:pt x="344" y="378"/>
                      <a:pt x="345" y="373"/>
                      <a:pt x="342" y="370"/>
                    </a:cubicBezTo>
                    <a:cubicBezTo>
                      <a:pt x="339" y="367"/>
                      <a:pt x="334" y="367"/>
                      <a:pt x="330" y="366"/>
                    </a:cubicBezTo>
                    <a:cubicBezTo>
                      <a:pt x="322" y="390"/>
                      <a:pt x="342" y="398"/>
                      <a:pt x="354" y="414"/>
                    </a:cubicBezTo>
                    <a:cubicBezTo>
                      <a:pt x="368" y="432"/>
                      <a:pt x="372" y="446"/>
                      <a:pt x="390" y="458"/>
                    </a:cubicBezTo>
                    <a:cubicBezTo>
                      <a:pt x="409" y="487"/>
                      <a:pt x="399" y="475"/>
                      <a:pt x="418" y="494"/>
                    </a:cubicBezTo>
                    <a:cubicBezTo>
                      <a:pt x="423" y="510"/>
                      <a:pt x="428" y="517"/>
                      <a:pt x="442" y="526"/>
                    </a:cubicBezTo>
                    <a:cubicBezTo>
                      <a:pt x="450" y="550"/>
                      <a:pt x="432" y="533"/>
                      <a:pt x="422" y="526"/>
                    </a:cubicBezTo>
                    <a:cubicBezTo>
                      <a:pt x="399" y="492"/>
                      <a:pt x="430" y="532"/>
                      <a:pt x="402" y="510"/>
                    </a:cubicBezTo>
                    <a:cubicBezTo>
                      <a:pt x="398" y="507"/>
                      <a:pt x="397" y="501"/>
                      <a:pt x="394" y="498"/>
                    </a:cubicBezTo>
                    <a:cubicBezTo>
                      <a:pt x="391" y="495"/>
                      <a:pt x="386" y="493"/>
                      <a:pt x="382" y="490"/>
                    </a:cubicBezTo>
                    <a:cubicBezTo>
                      <a:pt x="377" y="474"/>
                      <a:pt x="370" y="471"/>
                      <a:pt x="354" y="466"/>
                    </a:cubicBezTo>
                    <a:cubicBezTo>
                      <a:pt x="344" y="452"/>
                      <a:pt x="340" y="447"/>
                      <a:pt x="346" y="430"/>
                    </a:cubicBezTo>
                    <a:cubicBezTo>
                      <a:pt x="338" y="418"/>
                      <a:pt x="314" y="402"/>
                      <a:pt x="314" y="402"/>
                    </a:cubicBezTo>
                    <a:cubicBezTo>
                      <a:pt x="306" y="390"/>
                      <a:pt x="298" y="378"/>
                      <a:pt x="290" y="366"/>
                    </a:cubicBezTo>
                    <a:cubicBezTo>
                      <a:pt x="284" y="357"/>
                      <a:pt x="273" y="354"/>
                      <a:pt x="266" y="346"/>
                    </a:cubicBezTo>
                    <a:cubicBezTo>
                      <a:pt x="263" y="342"/>
                      <a:pt x="262" y="337"/>
                      <a:pt x="258" y="334"/>
                    </a:cubicBezTo>
                    <a:cubicBezTo>
                      <a:pt x="243" y="324"/>
                      <a:pt x="225" y="324"/>
                      <a:pt x="210" y="314"/>
                    </a:cubicBezTo>
                    <a:cubicBezTo>
                      <a:pt x="201" y="300"/>
                      <a:pt x="194" y="291"/>
                      <a:pt x="178" y="286"/>
                    </a:cubicBezTo>
                    <a:cubicBezTo>
                      <a:pt x="160" y="260"/>
                      <a:pt x="192" y="247"/>
                      <a:pt x="154" y="238"/>
                    </a:cubicBezTo>
                    <a:cubicBezTo>
                      <a:pt x="111" y="209"/>
                      <a:pt x="106" y="149"/>
                      <a:pt x="90" y="102"/>
                    </a:cubicBezTo>
                    <a:cubicBezTo>
                      <a:pt x="86" y="90"/>
                      <a:pt x="76" y="73"/>
                      <a:pt x="66" y="66"/>
                    </a:cubicBezTo>
                    <a:cubicBezTo>
                      <a:pt x="58" y="60"/>
                      <a:pt x="42" y="50"/>
                      <a:pt x="42" y="50"/>
                    </a:cubicBezTo>
                    <a:cubicBezTo>
                      <a:pt x="39" y="46"/>
                      <a:pt x="38" y="41"/>
                      <a:pt x="34" y="38"/>
                    </a:cubicBezTo>
                    <a:cubicBezTo>
                      <a:pt x="27" y="34"/>
                      <a:pt x="10" y="30"/>
                      <a:pt x="10" y="30"/>
                    </a:cubicBezTo>
                    <a:cubicBezTo>
                      <a:pt x="0" y="1"/>
                      <a:pt x="31" y="17"/>
                      <a:pt x="46" y="22"/>
                    </a:cubicBezTo>
                    <a:cubicBezTo>
                      <a:pt x="65" y="51"/>
                      <a:pt x="61" y="41"/>
                      <a:pt x="86" y="58"/>
                    </a:cubicBezTo>
                    <a:cubicBezTo>
                      <a:pt x="94" y="70"/>
                      <a:pt x="94" y="93"/>
                      <a:pt x="102" y="70"/>
                    </a:cubicBezTo>
                    <a:cubicBezTo>
                      <a:pt x="95" y="49"/>
                      <a:pt x="82" y="62"/>
                      <a:pt x="82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1" name="Freeform 33"/>
              <p:cNvSpPr>
                <a:spLocks/>
              </p:cNvSpPr>
              <p:nvPr userDrawn="1"/>
            </p:nvSpPr>
            <p:spPr bwMode="ltGray">
              <a:xfrm>
                <a:off x="3577" y="490"/>
                <a:ext cx="36" cy="39"/>
              </a:xfrm>
              <a:custGeom>
                <a:avLst/>
                <a:gdLst>
                  <a:gd name="T0" fmla="*/ 6 w 36"/>
                  <a:gd name="T1" fmla="*/ 12 h 48"/>
                  <a:gd name="T2" fmla="*/ 10 w 36"/>
                  <a:gd name="T3" fmla="*/ 21 h 48"/>
                  <a:gd name="T4" fmla="*/ 6 w 36"/>
                  <a:gd name="T5" fmla="*/ 12 h 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48">
                    <a:moveTo>
                      <a:pt x="6" y="28"/>
                    </a:moveTo>
                    <a:cubicBezTo>
                      <a:pt x="25" y="0"/>
                      <a:pt x="36" y="31"/>
                      <a:pt x="10" y="48"/>
                    </a:cubicBezTo>
                    <a:cubicBezTo>
                      <a:pt x="0" y="34"/>
                      <a:pt x="0" y="40"/>
                      <a:pt x="6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2" name="Freeform 34"/>
              <p:cNvSpPr>
                <a:spLocks/>
              </p:cNvSpPr>
              <p:nvPr userDrawn="1"/>
            </p:nvSpPr>
            <p:spPr bwMode="ltGray">
              <a:xfrm>
                <a:off x="3549" y="475"/>
                <a:ext cx="38" cy="29"/>
              </a:xfrm>
              <a:custGeom>
                <a:avLst/>
                <a:gdLst>
                  <a:gd name="T0" fmla="*/ 0 w 36"/>
                  <a:gd name="T1" fmla="*/ 2 h 37"/>
                  <a:gd name="T2" fmla="*/ 16 w 36"/>
                  <a:gd name="T3" fmla="*/ 1 h 37"/>
                  <a:gd name="T4" fmla="*/ 44 w 36"/>
                  <a:gd name="T5" fmla="*/ 6 h 37"/>
                  <a:gd name="T6" fmla="*/ 8 w 36"/>
                  <a:gd name="T7" fmla="*/ 6 h 37"/>
                  <a:gd name="T8" fmla="*/ 0 w 36"/>
                  <a:gd name="T9" fmla="*/ 2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37">
                    <a:moveTo>
                      <a:pt x="0" y="5"/>
                    </a:moveTo>
                    <a:cubicBezTo>
                      <a:pt x="4" y="4"/>
                      <a:pt x="8" y="0"/>
                      <a:pt x="12" y="1"/>
                    </a:cubicBezTo>
                    <a:cubicBezTo>
                      <a:pt x="21" y="4"/>
                      <a:pt x="36" y="17"/>
                      <a:pt x="36" y="17"/>
                    </a:cubicBezTo>
                    <a:cubicBezTo>
                      <a:pt x="29" y="37"/>
                      <a:pt x="22" y="26"/>
                      <a:pt x="8" y="17"/>
                    </a:cubicBezTo>
                    <a:cubicBezTo>
                      <a:pt x="5" y="13"/>
                      <a:pt x="0" y="5"/>
                      <a:pt x="0" y="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3" name="Freeform 35"/>
              <p:cNvSpPr>
                <a:spLocks/>
              </p:cNvSpPr>
              <p:nvPr userDrawn="1"/>
            </p:nvSpPr>
            <p:spPr bwMode="ltGray">
              <a:xfrm>
                <a:off x="4686" y="394"/>
                <a:ext cx="171" cy="81"/>
              </a:xfrm>
              <a:custGeom>
                <a:avLst/>
                <a:gdLst>
                  <a:gd name="T0" fmla="*/ 0 w 170"/>
                  <a:gd name="T1" fmla="*/ 25 h 96"/>
                  <a:gd name="T2" fmla="*/ 28 w 170"/>
                  <a:gd name="T3" fmla="*/ 13 h 96"/>
                  <a:gd name="T4" fmla="*/ 56 w 170"/>
                  <a:gd name="T5" fmla="*/ 11 h 96"/>
                  <a:gd name="T6" fmla="*/ 80 w 170"/>
                  <a:gd name="T7" fmla="*/ 5 h 96"/>
                  <a:gd name="T8" fmla="*/ 64 w 170"/>
                  <a:gd name="T9" fmla="*/ 13 h 96"/>
                  <a:gd name="T10" fmla="*/ 128 w 170"/>
                  <a:gd name="T11" fmla="*/ 25 h 96"/>
                  <a:gd name="T12" fmla="*/ 164 w 170"/>
                  <a:gd name="T13" fmla="*/ 33 h 96"/>
                  <a:gd name="T14" fmla="*/ 120 w 170"/>
                  <a:gd name="T15" fmla="*/ 39 h 96"/>
                  <a:gd name="T16" fmla="*/ 92 w 170"/>
                  <a:gd name="T17" fmla="*/ 30 h 96"/>
                  <a:gd name="T18" fmla="*/ 76 w 170"/>
                  <a:gd name="T19" fmla="*/ 27 h 96"/>
                  <a:gd name="T20" fmla="*/ 24 w 170"/>
                  <a:gd name="T21" fmla="*/ 21 h 96"/>
                  <a:gd name="T22" fmla="*/ 0 w 170"/>
                  <a:gd name="T23" fmla="*/ 25 h 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70" h="96">
                    <a:moveTo>
                      <a:pt x="0" y="49"/>
                    </a:moveTo>
                    <a:cubicBezTo>
                      <a:pt x="5" y="33"/>
                      <a:pt x="12" y="30"/>
                      <a:pt x="28" y="25"/>
                    </a:cubicBezTo>
                    <a:cubicBezTo>
                      <a:pt x="20" y="0"/>
                      <a:pt x="42" y="16"/>
                      <a:pt x="56" y="21"/>
                    </a:cubicBezTo>
                    <a:cubicBezTo>
                      <a:pt x="56" y="21"/>
                      <a:pt x="77" y="6"/>
                      <a:pt x="80" y="9"/>
                    </a:cubicBezTo>
                    <a:cubicBezTo>
                      <a:pt x="85" y="14"/>
                      <a:pt x="71" y="23"/>
                      <a:pt x="64" y="25"/>
                    </a:cubicBezTo>
                    <a:cubicBezTo>
                      <a:pt x="82" y="37"/>
                      <a:pt x="103" y="42"/>
                      <a:pt x="124" y="49"/>
                    </a:cubicBezTo>
                    <a:cubicBezTo>
                      <a:pt x="136" y="53"/>
                      <a:pt x="160" y="65"/>
                      <a:pt x="160" y="65"/>
                    </a:cubicBezTo>
                    <a:cubicBezTo>
                      <a:pt x="170" y="96"/>
                      <a:pt x="134" y="83"/>
                      <a:pt x="116" y="77"/>
                    </a:cubicBezTo>
                    <a:cubicBezTo>
                      <a:pt x="109" y="57"/>
                      <a:pt x="116" y="66"/>
                      <a:pt x="88" y="57"/>
                    </a:cubicBezTo>
                    <a:cubicBezTo>
                      <a:pt x="84" y="56"/>
                      <a:pt x="76" y="53"/>
                      <a:pt x="76" y="53"/>
                    </a:cubicBezTo>
                    <a:cubicBezTo>
                      <a:pt x="57" y="34"/>
                      <a:pt x="53" y="37"/>
                      <a:pt x="24" y="41"/>
                    </a:cubicBezTo>
                    <a:cubicBezTo>
                      <a:pt x="9" y="51"/>
                      <a:pt x="17" y="49"/>
                      <a:pt x="0" y="49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4" name="Freeform 36"/>
              <p:cNvSpPr>
                <a:spLocks/>
              </p:cNvSpPr>
              <p:nvPr userDrawn="1"/>
            </p:nvSpPr>
            <p:spPr bwMode="ltGray">
              <a:xfrm>
                <a:off x="4867" y="460"/>
                <a:ext cx="138" cy="37"/>
              </a:xfrm>
              <a:custGeom>
                <a:avLst/>
                <a:gdLst>
                  <a:gd name="T0" fmla="*/ 0 w 138"/>
                  <a:gd name="T1" fmla="*/ 0 h 44"/>
                  <a:gd name="T2" fmla="*/ 52 w 138"/>
                  <a:gd name="T3" fmla="*/ 3 h 44"/>
                  <a:gd name="T4" fmla="*/ 88 w 138"/>
                  <a:gd name="T5" fmla="*/ 12 h 44"/>
                  <a:gd name="T6" fmla="*/ 112 w 138"/>
                  <a:gd name="T7" fmla="*/ 10 h 44"/>
                  <a:gd name="T8" fmla="*/ 108 w 138"/>
                  <a:gd name="T9" fmla="*/ 22 h 44"/>
                  <a:gd name="T10" fmla="*/ 64 w 138"/>
                  <a:gd name="T11" fmla="*/ 20 h 44"/>
                  <a:gd name="T12" fmla="*/ 0 w 138"/>
                  <a:gd name="T13" fmla="*/ 18 h 44"/>
                  <a:gd name="T14" fmla="*/ 28 w 138"/>
                  <a:gd name="T15" fmla="*/ 10 h 44"/>
                  <a:gd name="T16" fmla="*/ 0 w 138"/>
                  <a:gd name="T17" fmla="*/ 0 h 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8" h="44">
                    <a:moveTo>
                      <a:pt x="0" y="0"/>
                    </a:moveTo>
                    <a:cubicBezTo>
                      <a:pt x="19" y="3"/>
                      <a:pt x="35" y="10"/>
                      <a:pt x="52" y="4"/>
                    </a:cubicBezTo>
                    <a:cubicBezTo>
                      <a:pt x="87" y="11"/>
                      <a:pt x="61" y="15"/>
                      <a:pt x="88" y="24"/>
                    </a:cubicBezTo>
                    <a:cubicBezTo>
                      <a:pt x="96" y="23"/>
                      <a:pt x="104" y="19"/>
                      <a:pt x="112" y="20"/>
                    </a:cubicBezTo>
                    <a:cubicBezTo>
                      <a:pt x="138" y="23"/>
                      <a:pt x="118" y="41"/>
                      <a:pt x="108" y="44"/>
                    </a:cubicBezTo>
                    <a:cubicBezTo>
                      <a:pt x="78" y="34"/>
                      <a:pt x="92" y="34"/>
                      <a:pt x="64" y="40"/>
                    </a:cubicBezTo>
                    <a:cubicBezTo>
                      <a:pt x="41" y="37"/>
                      <a:pt x="22" y="41"/>
                      <a:pt x="0" y="36"/>
                    </a:cubicBezTo>
                    <a:cubicBezTo>
                      <a:pt x="6" y="11"/>
                      <a:pt x="7" y="27"/>
                      <a:pt x="28" y="20"/>
                    </a:cubicBezTo>
                    <a:cubicBezTo>
                      <a:pt x="17" y="13"/>
                      <a:pt x="0" y="13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5" name="Freeform 37"/>
              <p:cNvSpPr>
                <a:spLocks/>
              </p:cNvSpPr>
              <p:nvPr userDrawn="1"/>
            </p:nvSpPr>
            <p:spPr bwMode="ltGray">
              <a:xfrm>
                <a:off x="4794" y="480"/>
                <a:ext cx="56" cy="34"/>
              </a:xfrm>
              <a:custGeom>
                <a:avLst/>
                <a:gdLst>
                  <a:gd name="T0" fmla="*/ 17 w 57"/>
                  <a:gd name="T1" fmla="*/ 11 h 42"/>
                  <a:gd name="T2" fmla="*/ 33 w 57"/>
                  <a:gd name="T3" fmla="*/ 6 h 42"/>
                  <a:gd name="T4" fmla="*/ 17 w 57"/>
                  <a:gd name="T5" fmla="*/ 11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" h="42">
                    <a:moveTo>
                      <a:pt x="17" y="25"/>
                    </a:moveTo>
                    <a:cubicBezTo>
                      <a:pt x="0" y="0"/>
                      <a:pt x="21" y="9"/>
                      <a:pt x="37" y="13"/>
                    </a:cubicBezTo>
                    <a:cubicBezTo>
                      <a:pt x="57" y="42"/>
                      <a:pt x="30" y="25"/>
                      <a:pt x="17" y="2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6" name="Freeform 38"/>
              <p:cNvSpPr>
                <a:spLocks/>
              </p:cNvSpPr>
              <p:nvPr userDrawn="1"/>
            </p:nvSpPr>
            <p:spPr bwMode="ltGray">
              <a:xfrm>
                <a:off x="4757" y="375"/>
                <a:ext cx="37" cy="44"/>
              </a:xfrm>
              <a:custGeom>
                <a:avLst/>
                <a:gdLst>
                  <a:gd name="T0" fmla="*/ 15 w 39"/>
                  <a:gd name="T1" fmla="*/ 16 h 52"/>
                  <a:gd name="T2" fmla="*/ 15 w 39"/>
                  <a:gd name="T3" fmla="*/ 0 h 52"/>
                  <a:gd name="T4" fmla="*/ 15 w 39"/>
                  <a:gd name="T5" fmla="*/ 16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52">
                    <a:moveTo>
                      <a:pt x="19" y="32"/>
                    </a:moveTo>
                    <a:cubicBezTo>
                      <a:pt x="13" y="14"/>
                      <a:pt x="0" y="13"/>
                      <a:pt x="19" y="0"/>
                    </a:cubicBezTo>
                    <a:cubicBezTo>
                      <a:pt x="23" y="5"/>
                      <a:pt x="39" y="52"/>
                      <a:pt x="19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7" name="Freeform 39"/>
              <p:cNvSpPr>
                <a:spLocks/>
              </p:cNvSpPr>
              <p:nvPr userDrawn="1"/>
            </p:nvSpPr>
            <p:spPr bwMode="ltGray">
              <a:xfrm>
                <a:off x="5054" y="507"/>
                <a:ext cx="45" cy="66"/>
              </a:xfrm>
              <a:custGeom>
                <a:avLst/>
                <a:gdLst>
                  <a:gd name="T0" fmla="*/ 4 w 44"/>
                  <a:gd name="T1" fmla="*/ 4 h 80"/>
                  <a:gd name="T2" fmla="*/ 20 w 44"/>
                  <a:gd name="T3" fmla="*/ 15 h 80"/>
                  <a:gd name="T4" fmla="*/ 28 w 44"/>
                  <a:gd name="T5" fmla="*/ 22 h 80"/>
                  <a:gd name="T6" fmla="*/ 40 w 44"/>
                  <a:gd name="T7" fmla="*/ 25 h 80"/>
                  <a:gd name="T8" fmla="*/ 28 w 44"/>
                  <a:gd name="T9" fmla="*/ 34 h 80"/>
                  <a:gd name="T10" fmla="*/ 0 w 44"/>
                  <a:gd name="T11" fmla="*/ 10 h 80"/>
                  <a:gd name="T12" fmla="*/ 4 w 44"/>
                  <a:gd name="T13" fmla="*/ 4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80">
                    <a:moveTo>
                      <a:pt x="4" y="9"/>
                    </a:moveTo>
                    <a:cubicBezTo>
                      <a:pt x="9" y="17"/>
                      <a:pt x="18" y="24"/>
                      <a:pt x="20" y="33"/>
                    </a:cubicBezTo>
                    <a:cubicBezTo>
                      <a:pt x="21" y="38"/>
                      <a:pt x="21" y="45"/>
                      <a:pt x="24" y="49"/>
                    </a:cubicBezTo>
                    <a:cubicBezTo>
                      <a:pt x="27" y="52"/>
                      <a:pt x="32" y="52"/>
                      <a:pt x="36" y="53"/>
                    </a:cubicBezTo>
                    <a:cubicBezTo>
                      <a:pt x="41" y="68"/>
                      <a:pt x="44" y="80"/>
                      <a:pt x="24" y="73"/>
                    </a:cubicBezTo>
                    <a:cubicBezTo>
                      <a:pt x="19" y="55"/>
                      <a:pt x="11" y="37"/>
                      <a:pt x="0" y="21"/>
                    </a:cubicBezTo>
                    <a:cubicBezTo>
                      <a:pt x="4" y="4"/>
                      <a:pt x="4" y="0"/>
                      <a:pt x="4" y="9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8" name="Freeform 40"/>
              <p:cNvSpPr>
                <a:spLocks/>
              </p:cNvSpPr>
              <p:nvPr userDrawn="1"/>
            </p:nvSpPr>
            <p:spPr bwMode="ltGray">
              <a:xfrm>
                <a:off x="4260" y="6"/>
                <a:ext cx="480" cy="100"/>
              </a:xfrm>
              <a:custGeom>
                <a:avLst/>
                <a:gdLst>
                  <a:gd name="T0" fmla="*/ 1073 w 323"/>
                  <a:gd name="T1" fmla="*/ 8 h 64"/>
                  <a:gd name="T2" fmla="*/ 1126 w 323"/>
                  <a:gd name="T3" fmla="*/ 48 h 64"/>
                  <a:gd name="T4" fmla="*/ 1146 w 323"/>
                  <a:gd name="T5" fmla="*/ 0 h 64"/>
                  <a:gd name="T6" fmla="*/ 1294 w 323"/>
                  <a:gd name="T7" fmla="*/ 0 h 64"/>
                  <a:gd name="T8" fmla="*/ 1403 w 323"/>
                  <a:gd name="T9" fmla="*/ 103 h 64"/>
                  <a:gd name="T10" fmla="*/ 1554 w 323"/>
                  <a:gd name="T11" fmla="*/ 61 h 64"/>
                  <a:gd name="T12" fmla="*/ 1532 w 323"/>
                  <a:gd name="T13" fmla="*/ 170 h 64"/>
                  <a:gd name="T14" fmla="*/ 1453 w 323"/>
                  <a:gd name="T15" fmla="*/ 277 h 64"/>
                  <a:gd name="T16" fmla="*/ 1437 w 323"/>
                  <a:gd name="T17" fmla="*/ 170 h 64"/>
                  <a:gd name="T18" fmla="*/ 1403 w 323"/>
                  <a:gd name="T19" fmla="*/ 183 h 64"/>
                  <a:gd name="T20" fmla="*/ 1363 w 323"/>
                  <a:gd name="T21" fmla="*/ 170 h 64"/>
                  <a:gd name="T22" fmla="*/ 1282 w 323"/>
                  <a:gd name="T23" fmla="*/ 127 h 64"/>
                  <a:gd name="T24" fmla="*/ 1113 w 323"/>
                  <a:gd name="T25" fmla="*/ 225 h 64"/>
                  <a:gd name="T26" fmla="*/ 981 w 323"/>
                  <a:gd name="T27" fmla="*/ 264 h 64"/>
                  <a:gd name="T28" fmla="*/ 1033 w 323"/>
                  <a:gd name="T29" fmla="*/ 339 h 64"/>
                  <a:gd name="T30" fmla="*/ 917 w 323"/>
                  <a:gd name="T31" fmla="*/ 373 h 64"/>
                  <a:gd name="T32" fmla="*/ 823 w 323"/>
                  <a:gd name="T33" fmla="*/ 361 h 64"/>
                  <a:gd name="T34" fmla="*/ 863 w 323"/>
                  <a:gd name="T35" fmla="*/ 339 h 64"/>
                  <a:gd name="T36" fmla="*/ 832 w 323"/>
                  <a:gd name="T37" fmla="*/ 239 h 64"/>
                  <a:gd name="T38" fmla="*/ 823 w 323"/>
                  <a:gd name="T39" fmla="*/ 183 h 64"/>
                  <a:gd name="T40" fmla="*/ 771 w 323"/>
                  <a:gd name="T41" fmla="*/ 138 h 64"/>
                  <a:gd name="T42" fmla="*/ 694 w 323"/>
                  <a:gd name="T43" fmla="*/ 161 h 64"/>
                  <a:gd name="T44" fmla="*/ 654 w 323"/>
                  <a:gd name="T45" fmla="*/ 161 h 64"/>
                  <a:gd name="T46" fmla="*/ 600 w 323"/>
                  <a:gd name="T47" fmla="*/ 148 h 64"/>
                  <a:gd name="T48" fmla="*/ 404 w 323"/>
                  <a:gd name="T49" fmla="*/ 13 h 64"/>
                  <a:gd name="T50" fmla="*/ 290 w 323"/>
                  <a:gd name="T51" fmla="*/ 83 h 64"/>
                  <a:gd name="T52" fmla="*/ 1 w 323"/>
                  <a:gd name="T53" fmla="*/ 0 h 64"/>
                  <a:gd name="T54" fmla="*/ 1073 w 323"/>
                  <a:gd name="T55" fmla="*/ 8 h 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23" h="64">
                    <a:moveTo>
                      <a:pt x="220" y="1"/>
                    </a:moveTo>
                    <a:cubicBezTo>
                      <a:pt x="215" y="12"/>
                      <a:pt x="225" y="17"/>
                      <a:pt x="231" y="8"/>
                    </a:cubicBezTo>
                    <a:cubicBezTo>
                      <a:pt x="235" y="0"/>
                      <a:pt x="229" y="7"/>
                      <a:pt x="235" y="0"/>
                    </a:cubicBezTo>
                    <a:lnTo>
                      <a:pt x="265" y="0"/>
                    </a:lnTo>
                    <a:cubicBezTo>
                      <a:pt x="277" y="6"/>
                      <a:pt x="276" y="11"/>
                      <a:pt x="287" y="17"/>
                    </a:cubicBezTo>
                    <a:cubicBezTo>
                      <a:pt x="308" y="11"/>
                      <a:pt x="293" y="7"/>
                      <a:pt x="319" y="10"/>
                    </a:cubicBezTo>
                    <a:cubicBezTo>
                      <a:pt x="323" y="19"/>
                      <a:pt x="321" y="22"/>
                      <a:pt x="314" y="29"/>
                    </a:cubicBezTo>
                    <a:cubicBezTo>
                      <a:pt x="312" y="39"/>
                      <a:pt x="313" y="50"/>
                      <a:pt x="298" y="46"/>
                    </a:cubicBezTo>
                    <a:cubicBezTo>
                      <a:pt x="297" y="40"/>
                      <a:pt x="298" y="34"/>
                      <a:pt x="295" y="29"/>
                    </a:cubicBezTo>
                    <a:cubicBezTo>
                      <a:pt x="294" y="27"/>
                      <a:pt x="290" y="31"/>
                      <a:pt x="287" y="31"/>
                    </a:cubicBezTo>
                    <a:cubicBezTo>
                      <a:pt x="284" y="31"/>
                      <a:pt x="282" y="30"/>
                      <a:pt x="279" y="29"/>
                    </a:cubicBezTo>
                    <a:cubicBezTo>
                      <a:pt x="274" y="27"/>
                      <a:pt x="263" y="21"/>
                      <a:pt x="263" y="21"/>
                    </a:cubicBezTo>
                    <a:cubicBezTo>
                      <a:pt x="249" y="23"/>
                      <a:pt x="241" y="31"/>
                      <a:pt x="228" y="38"/>
                    </a:cubicBezTo>
                    <a:cubicBezTo>
                      <a:pt x="220" y="41"/>
                      <a:pt x="209" y="42"/>
                      <a:pt x="201" y="44"/>
                    </a:cubicBezTo>
                    <a:cubicBezTo>
                      <a:pt x="193" y="54"/>
                      <a:pt x="200" y="53"/>
                      <a:pt x="212" y="57"/>
                    </a:cubicBezTo>
                    <a:cubicBezTo>
                      <a:pt x="200" y="62"/>
                      <a:pt x="199" y="57"/>
                      <a:pt x="188" y="63"/>
                    </a:cubicBezTo>
                    <a:cubicBezTo>
                      <a:pt x="181" y="62"/>
                      <a:pt x="174" y="64"/>
                      <a:pt x="169" y="61"/>
                    </a:cubicBezTo>
                    <a:cubicBezTo>
                      <a:pt x="166" y="59"/>
                      <a:pt x="175" y="59"/>
                      <a:pt x="177" y="57"/>
                    </a:cubicBezTo>
                    <a:cubicBezTo>
                      <a:pt x="181" y="48"/>
                      <a:pt x="149" y="28"/>
                      <a:pt x="171" y="40"/>
                    </a:cubicBezTo>
                    <a:cubicBezTo>
                      <a:pt x="184" y="55"/>
                      <a:pt x="184" y="36"/>
                      <a:pt x="169" y="31"/>
                    </a:cubicBezTo>
                    <a:cubicBezTo>
                      <a:pt x="167" y="27"/>
                      <a:pt x="167" y="22"/>
                      <a:pt x="158" y="23"/>
                    </a:cubicBezTo>
                    <a:cubicBezTo>
                      <a:pt x="153" y="23"/>
                      <a:pt x="142" y="27"/>
                      <a:pt x="142" y="27"/>
                    </a:cubicBezTo>
                    <a:cubicBezTo>
                      <a:pt x="136" y="39"/>
                      <a:pt x="143" y="31"/>
                      <a:pt x="134" y="27"/>
                    </a:cubicBezTo>
                    <a:cubicBezTo>
                      <a:pt x="130" y="25"/>
                      <a:pt x="126" y="25"/>
                      <a:pt x="123" y="25"/>
                    </a:cubicBezTo>
                    <a:cubicBezTo>
                      <a:pt x="117" y="11"/>
                      <a:pt x="100" y="6"/>
                      <a:pt x="83" y="2"/>
                    </a:cubicBezTo>
                    <a:cubicBezTo>
                      <a:pt x="70" y="4"/>
                      <a:pt x="69" y="9"/>
                      <a:pt x="59" y="14"/>
                    </a:cubicBezTo>
                    <a:cubicBezTo>
                      <a:pt x="45" y="14"/>
                      <a:pt x="0" y="12"/>
                      <a:pt x="1" y="0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9" name="Freeform 41"/>
              <p:cNvSpPr>
                <a:spLocks/>
              </p:cNvSpPr>
              <p:nvPr userDrawn="1"/>
            </p:nvSpPr>
            <p:spPr bwMode="ltGray">
              <a:xfrm>
                <a:off x="3835" y="3"/>
                <a:ext cx="446" cy="49"/>
              </a:xfrm>
              <a:custGeom>
                <a:avLst/>
                <a:gdLst>
                  <a:gd name="T0" fmla="*/ 513 w 300"/>
                  <a:gd name="T1" fmla="*/ 193 h 31"/>
                  <a:gd name="T2" fmla="*/ 149 w 300"/>
                  <a:gd name="T3" fmla="*/ 8 h 31"/>
                  <a:gd name="T4" fmla="*/ 1393 w 300"/>
                  <a:gd name="T5" fmla="*/ 0 h 31"/>
                  <a:gd name="T6" fmla="*/ 1445 w 300"/>
                  <a:gd name="T7" fmla="*/ 87 h 31"/>
                  <a:gd name="T8" fmla="*/ 1289 w 300"/>
                  <a:gd name="T9" fmla="*/ 100 h 31"/>
                  <a:gd name="T10" fmla="*/ 513 w 300"/>
                  <a:gd name="T11" fmla="*/ 193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0" h="31">
                    <a:moveTo>
                      <a:pt x="105" y="31"/>
                    </a:moveTo>
                    <a:cubicBezTo>
                      <a:pt x="83" y="19"/>
                      <a:pt x="0" y="6"/>
                      <a:pt x="30" y="1"/>
                    </a:cubicBezTo>
                    <a:lnTo>
                      <a:pt x="285" y="0"/>
                    </a:lnTo>
                    <a:cubicBezTo>
                      <a:pt x="296" y="4"/>
                      <a:pt x="300" y="5"/>
                      <a:pt x="296" y="14"/>
                    </a:cubicBezTo>
                    <a:cubicBezTo>
                      <a:pt x="285" y="11"/>
                      <a:pt x="276" y="16"/>
                      <a:pt x="264" y="16"/>
                    </a:cubicBezTo>
                    <a:lnTo>
                      <a:pt x="105" y="31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0" name="Freeform 42"/>
              <p:cNvSpPr>
                <a:spLocks/>
              </p:cNvSpPr>
              <p:nvPr userDrawn="1"/>
            </p:nvSpPr>
            <p:spPr bwMode="ltGray">
              <a:xfrm>
                <a:off x="2853" y="74"/>
                <a:ext cx="42" cy="25"/>
              </a:xfrm>
              <a:custGeom>
                <a:avLst/>
                <a:gdLst>
                  <a:gd name="T0" fmla="*/ 0 w 41"/>
                  <a:gd name="T1" fmla="*/ 14 h 29"/>
                  <a:gd name="T2" fmla="*/ 12 w 41"/>
                  <a:gd name="T3" fmla="*/ 16 h 29"/>
                  <a:gd name="T4" fmla="*/ 0 w 41"/>
                  <a:gd name="T5" fmla="*/ 14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29">
                    <a:moveTo>
                      <a:pt x="0" y="25"/>
                    </a:moveTo>
                    <a:cubicBezTo>
                      <a:pt x="10" y="11"/>
                      <a:pt x="41" y="0"/>
                      <a:pt x="12" y="29"/>
                    </a:cubicBezTo>
                    <a:cubicBezTo>
                      <a:pt x="8" y="28"/>
                      <a:pt x="0" y="25"/>
                      <a:pt x="0" y="2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1" name="Freeform 43"/>
              <p:cNvSpPr>
                <a:spLocks/>
              </p:cNvSpPr>
              <p:nvPr userDrawn="1"/>
            </p:nvSpPr>
            <p:spPr bwMode="ltGray">
              <a:xfrm>
                <a:off x="1704" y="3"/>
                <a:ext cx="1022" cy="372"/>
              </a:xfrm>
              <a:custGeom>
                <a:avLst/>
                <a:gdLst>
                  <a:gd name="T0" fmla="*/ 2203 w 436"/>
                  <a:gd name="T1" fmla="*/ 29 h 152"/>
                  <a:gd name="T2" fmla="*/ 13164 w 436"/>
                  <a:gd name="T3" fmla="*/ 0 h 152"/>
                  <a:gd name="T4" fmla="*/ 12555 w 436"/>
                  <a:gd name="T5" fmla="*/ 1936 h 152"/>
                  <a:gd name="T6" fmla="*/ 11990 w 436"/>
                  <a:gd name="T7" fmla="*/ 2433 h 152"/>
                  <a:gd name="T8" fmla="*/ 11835 w 436"/>
                  <a:gd name="T9" fmla="*/ 2509 h 152"/>
                  <a:gd name="T10" fmla="*/ 11319 w 436"/>
                  <a:gd name="T11" fmla="*/ 2624 h 152"/>
                  <a:gd name="T12" fmla="*/ 10895 w 436"/>
                  <a:gd name="T13" fmla="*/ 3150 h 152"/>
                  <a:gd name="T14" fmla="*/ 10935 w 436"/>
                  <a:gd name="T15" fmla="*/ 3546 h 152"/>
                  <a:gd name="T16" fmla="*/ 10984 w 436"/>
                  <a:gd name="T17" fmla="*/ 3840 h 152"/>
                  <a:gd name="T18" fmla="*/ 11050 w 436"/>
                  <a:gd name="T19" fmla="*/ 4060 h 152"/>
                  <a:gd name="T20" fmla="*/ 10935 w 436"/>
                  <a:gd name="T21" fmla="*/ 4383 h 152"/>
                  <a:gd name="T22" fmla="*/ 10600 w 436"/>
                  <a:gd name="T23" fmla="*/ 4312 h 152"/>
                  <a:gd name="T24" fmla="*/ 10330 w 436"/>
                  <a:gd name="T25" fmla="*/ 4630 h 152"/>
                  <a:gd name="T26" fmla="*/ 10473 w 436"/>
                  <a:gd name="T27" fmla="*/ 3766 h 152"/>
                  <a:gd name="T28" fmla="*/ 10199 w 436"/>
                  <a:gd name="T29" fmla="*/ 3593 h 152"/>
                  <a:gd name="T30" fmla="*/ 10379 w 436"/>
                  <a:gd name="T31" fmla="*/ 3343 h 152"/>
                  <a:gd name="T32" fmla="*/ 10330 w 436"/>
                  <a:gd name="T33" fmla="*/ 3199 h 152"/>
                  <a:gd name="T34" fmla="*/ 9660 w 436"/>
                  <a:gd name="T35" fmla="*/ 3372 h 152"/>
                  <a:gd name="T36" fmla="*/ 9571 w 436"/>
                  <a:gd name="T37" fmla="*/ 3049 h 152"/>
                  <a:gd name="T38" fmla="*/ 8961 w 436"/>
                  <a:gd name="T39" fmla="*/ 3372 h 152"/>
                  <a:gd name="T40" fmla="*/ 9660 w 436"/>
                  <a:gd name="T41" fmla="*/ 3696 h 152"/>
                  <a:gd name="T42" fmla="*/ 9210 w 436"/>
                  <a:gd name="T43" fmla="*/ 4192 h 152"/>
                  <a:gd name="T44" fmla="*/ 9390 w 436"/>
                  <a:gd name="T45" fmla="*/ 4515 h 152"/>
                  <a:gd name="T46" fmla="*/ 9505 w 436"/>
                  <a:gd name="T47" fmla="*/ 4953 h 152"/>
                  <a:gd name="T48" fmla="*/ 9325 w 436"/>
                  <a:gd name="T49" fmla="*/ 4983 h 152"/>
                  <a:gd name="T50" fmla="*/ 9477 w 436"/>
                  <a:gd name="T51" fmla="*/ 5157 h 152"/>
                  <a:gd name="T52" fmla="*/ 9275 w 436"/>
                  <a:gd name="T53" fmla="*/ 5450 h 152"/>
                  <a:gd name="T54" fmla="*/ 0 w 436"/>
                  <a:gd name="T55" fmla="*/ 5350 h 152"/>
                  <a:gd name="T56" fmla="*/ 2203 w 436"/>
                  <a:gd name="T57" fmla="*/ 29 h 15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36" h="152">
                    <a:moveTo>
                      <a:pt x="73" y="1"/>
                    </a:moveTo>
                    <a:lnTo>
                      <a:pt x="436" y="0"/>
                    </a:lnTo>
                    <a:cubicBezTo>
                      <a:pt x="430" y="15"/>
                      <a:pt x="429" y="42"/>
                      <a:pt x="416" y="54"/>
                    </a:cubicBezTo>
                    <a:cubicBezTo>
                      <a:pt x="410" y="60"/>
                      <a:pt x="405" y="63"/>
                      <a:pt x="397" y="68"/>
                    </a:cubicBezTo>
                    <a:cubicBezTo>
                      <a:pt x="396" y="69"/>
                      <a:pt x="392" y="70"/>
                      <a:pt x="392" y="70"/>
                    </a:cubicBezTo>
                    <a:cubicBezTo>
                      <a:pt x="377" y="63"/>
                      <a:pt x="385" y="68"/>
                      <a:pt x="375" y="73"/>
                    </a:cubicBezTo>
                    <a:cubicBezTo>
                      <a:pt x="371" y="82"/>
                      <a:pt x="371" y="83"/>
                      <a:pt x="361" y="88"/>
                    </a:cubicBezTo>
                    <a:cubicBezTo>
                      <a:pt x="359" y="92"/>
                      <a:pt x="364" y="93"/>
                      <a:pt x="362" y="99"/>
                    </a:cubicBezTo>
                    <a:cubicBezTo>
                      <a:pt x="363" y="102"/>
                      <a:pt x="364" y="105"/>
                      <a:pt x="364" y="107"/>
                    </a:cubicBezTo>
                    <a:cubicBezTo>
                      <a:pt x="365" y="109"/>
                      <a:pt x="366" y="111"/>
                      <a:pt x="366" y="113"/>
                    </a:cubicBezTo>
                    <a:cubicBezTo>
                      <a:pt x="365" y="115"/>
                      <a:pt x="364" y="120"/>
                      <a:pt x="362" y="122"/>
                    </a:cubicBezTo>
                    <a:cubicBezTo>
                      <a:pt x="359" y="123"/>
                      <a:pt x="354" y="119"/>
                      <a:pt x="351" y="120"/>
                    </a:cubicBezTo>
                    <a:cubicBezTo>
                      <a:pt x="347" y="129"/>
                      <a:pt x="352" y="127"/>
                      <a:pt x="342" y="129"/>
                    </a:cubicBezTo>
                    <a:cubicBezTo>
                      <a:pt x="340" y="123"/>
                      <a:pt x="345" y="111"/>
                      <a:pt x="347" y="105"/>
                    </a:cubicBezTo>
                    <a:cubicBezTo>
                      <a:pt x="347" y="100"/>
                      <a:pt x="338" y="102"/>
                      <a:pt x="338" y="100"/>
                    </a:cubicBezTo>
                    <a:cubicBezTo>
                      <a:pt x="338" y="98"/>
                      <a:pt x="344" y="95"/>
                      <a:pt x="344" y="93"/>
                    </a:cubicBezTo>
                    <a:cubicBezTo>
                      <a:pt x="344" y="92"/>
                      <a:pt x="344" y="89"/>
                      <a:pt x="342" y="89"/>
                    </a:cubicBezTo>
                    <a:cubicBezTo>
                      <a:pt x="339" y="89"/>
                      <a:pt x="324" y="94"/>
                      <a:pt x="320" y="94"/>
                    </a:cubicBezTo>
                    <a:cubicBezTo>
                      <a:pt x="317" y="86"/>
                      <a:pt x="328" y="88"/>
                      <a:pt x="317" y="85"/>
                    </a:cubicBezTo>
                    <a:cubicBezTo>
                      <a:pt x="311" y="91"/>
                      <a:pt x="306" y="93"/>
                      <a:pt x="297" y="94"/>
                    </a:cubicBezTo>
                    <a:cubicBezTo>
                      <a:pt x="300" y="104"/>
                      <a:pt x="307" y="101"/>
                      <a:pt x="320" y="103"/>
                    </a:cubicBezTo>
                    <a:cubicBezTo>
                      <a:pt x="318" y="109"/>
                      <a:pt x="311" y="111"/>
                      <a:pt x="305" y="117"/>
                    </a:cubicBezTo>
                    <a:lnTo>
                      <a:pt x="311" y="126"/>
                    </a:lnTo>
                    <a:lnTo>
                      <a:pt x="315" y="138"/>
                    </a:lnTo>
                    <a:lnTo>
                      <a:pt x="309" y="139"/>
                    </a:lnTo>
                    <a:lnTo>
                      <a:pt x="314" y="144"/>
                    </a:lnTo>
                    <a:lnTo>
                      <a:pt x="307" y="152"/>
                    </a:lnTo>
                    <a:lnTo>
                      <a:pt x="0" y="149"/>
                    </a:lnTo>
                    <a:lnTo>
                      <a:pt x="73" y="1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2" name="Freeform 44"/>
              <p:cNvSpPr>
                <a:spLocks/>
              </p:cNvSpPr>
              <p:nvPr userDrawn="1"/>
            </p:nvSpPr>
            <p:spPr bwMode="ltGray">
              <a:xfrm>
                <a:off x="2729" y="-9"/>
                <a:ext cx="47" cy="134"/>
              </a:xfrm>
              <a:custGeom>
                <a:avLst/>
                <a:gdLst>
                  <a:gd name="T0" fmla="*/ 5 w 47"/>
                  <a:gd name="T1" fmla="*/ 68 h 165"/>
                  <a:gd name="T2" fmla="*/ 15 w 47"/>
                  <a:gd name="T3" fmla="*/ 47 h 165"/>
                  <a:gd name="T4" fmla="*/ 17 w 47"/>
                  <a:gd name="T5" fmla="*/ 30 h 165"/>
                  <a:gd name="T6" fmla="*/ 11 w 47"/>
                  <a:gd name="T7" fmla="*/ 17 h 165"/>
                  <a:gd name="T8" fmla="*/ 17 w 47"/>
                  <a:gd name="T9" fmla="*/ 5 h 165"/>
                  <a:gd name="T10" fmla="*/ 21 w 47"/>
                  <a:gd name="T11" fmla="*/ 0 h 165"/>
                  <a:gd name="T12" fmla="*/ 31 w 47"/>
                  <a:gd name="T13" fmla="*/ 12 h 165"/>
                  <a:gd name="T14" fmla="*/ 47 w 47"/>
                  <a:gd name="T15" fmla="*/ 43 h 165"/>
                  <a:gd name="T16" fmla="*/ 31 w 47"/>
                  <a:gd name="T17" fmla="*/ 47 h 165"/>
                  <a:gd name="T18" fmla="*/ 23 w 47"/>
                  <a:gd name="T19" fmla="*/ 54 h 165"/>
                  <a:gd name="T20" fmla="*/ 21 w 47"/>
                  <a:gd name="T21" fmla="*/ 58 h 165"/>
                  <a:gd name="T22" fmla="*/ 27 w 47"/>
                  <a:gd name="T23" fmla="*/ 58 h 165"/>
                  <a:gd name="T24" fmla="*/ 31 w 47"/>
                  <a:gd name="T25" fmla="*/ 64 h 165"/>
                  <a:gd name="T26" fmla="*/ 13 w 47"/>
                  <a:gd name="T27" fmla="*/ 64 h 165"/>
                  <a:gd name="T28" fmla="*/ 7 w 47"/>
                  <a:gd name="T29" fmla="*/ 70 h 165"/>
                  <a:gd name="T30" fmla="*/ 3 w 47"/>
                  <a:gd name="T31" fmla="*/ 67 h 165"/>
                  <a:gd name="T32" fmla="*/ 5 w 47"/>
                  <a:gd name="T33" fmla="*/ 68 h 16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47" h="165">
                    <a:moveTo>
                      <a:pt x="5" y="156"/>
                    </a:moveTo>
                    <a:cubicBezTo>
                      <a:pt x="0" y="141"/>
                      <a:pt x="1" y="118"/>
                      <a:pt x="15" y="108"/>
                    </a:cubicBezTo>
                    <a:cubicBezTo>
                      <a:pt x="16" y="95"/>
                      <a:pt x="17" y="81"/>
                      <a:pt x="17" y="68"/>
                    </a:cubicBezTo>
                    <a:cubicBezTo>
                      <a:pt x="17" y="58"/>
                      <a:pt x="11" y="40"/>
                      <a:pt x="11" y="40"/>
                    </a:cubicBezTo>
                    <a:cubicBezTo>
                      <a:pt x="14" y="20"/>
                      <a:pt x="11" y="29"/>
                      <a:pt x="17" y="12"/>
                    </a:cubicBezTo>
                    <a:cubicBezTo>
                      <a:pt x="18" y="8"/>
                      <a:pt x="21" y="0"/>
                      <a:pt x="21" y="0"/>
                    </a:cubicBezTo>
                    <a:cubicBezTo>
                      <a:pt x="38" y="6"/>
                      <a:pt x="33" y="7"/>
                      <a:pt x="31" y="30"/>
                    </a:cubicBezTo>
                    <a:cubicBezTo>
                      <a:pt x="38" y="52"/>
                      <a:pt x="40" y="76"/>
                      <a:pt x="47" y="98"/>
                    </a:cubicBezTo>
                    <a:cubicBezTo>
                      <a:pt x="44" y="116"/>
                      <a:pt x="45" y="113"/>
                      <a:pt x="31" y="108"/>
                    </a:cubicBezTo>
                    <a:cubicBezTo>
                      <a:pt x="25" y="118"/>
                      <a:pt x="28" y="112"/>
                      <a:pt x="23" y="126"/>
                    </a:cubicBezTo>
                    <a:cubicBezTo>
                      <a:pt x="22" y="128"/>
                      <a:pt x="21" y="132"/>
                      <a:pt x="21" y="132"/>
                    </a:cubicBezTo>
                    <a:cubicBezTo>
                      <a:pt x="23" y="133"/>
                      <a:pt x="26" y="132"/>
                      <a:pt x="27" y="134"/>
                    </a:cubicBezTo>
                    <a:cubicBezTo>
                      <a:pt x="29" y="137"/>
                      <a:pt x="31" y="146"/>
                      <a:pt x="31" y="146"/>
                    </a:cubicBezTo>
                    <a:cubicBezTo>
                      <a:pt x="27" y="165"/>
                      <a:pt x="23" y="155"/>
                      <a:pt x="13" y="148"/>
                    </a:cubicBezTo>
                    <a:cubicBezTo>
                      <a:pt x="11" y="152"/>
                      <a:pt x="11" y="160"/>
                      <a:pt x="7" y="160"/>
                    </a:cubicBezTo>
                    <a:cubicBezTo>
                      <a:pt x="5" y="160"/>
                      <a:pt x="4" y="156"/>
                      <a:pt x="3" y="154"/>
                    </a:cubicBezTo>
                    <a:cubicBezTo>
                      <a:pt x="3" y="153"/>
                      <a:pt x="4" y="155"/>
                      <a:pt x="5" y="15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3" name="Freeform 45"/>
              <p:cNvSpPr>
                <a:spLocks/>
              </p:cNvSpPr>
              <p:nvPr userDrawn="1"/>
            </p:nvSpPr>
            <p:spPr bwMode="ltGray">
              <a:xfrm>
                <a:off x="2701" y="103"/>
                <a:ext cx="138" cy="84"/>
              </a:xfrm>
              <a:custGeom>
                <a:avLst/>
                <a:gdLst>
                  <a:gd name="T0" fmla="*/ 26 w 138"/>
                  <a:gd name="T1" fmla="*/ 27 h 103"/>
                  <a:gd name="T2" fmla="*/ 30 w 138"/>
                  <a:gd name="T3" fmla="*/ 20 h 103"/>
                  <a:gd name="T4" fmla="*/ 50 w 138"/>
                  <a:gd name="T5" fmla="*/ 15 h 103"/>
                  <a:gd name="T6" fmla="*/ 54 w 138"/>
                  <a:gd name="T7" fmla="*/ 20 h 103"/>
                  <a:gd name="T8" fmla="*/ 66 w 138"/>
                  <a:gd name="T9" fmla="*/ 22 h 103"/>
                  <a:gd name="T10" fmla="*/ 80 w 138"/>
                  <a:gd name="T11" fmla="*/ 24 h 103"/>
                  <a:gd name="T12" fmla="*/ 116 w 138"/>
                  <a:gd name="T13" fmla="*/ 15 h 103"/>
                  <a:gd name="T14" fmla="*/ 130 w 138"/>
                  <a:gd name="T15" fmla="*/ 7 h 103"/>
                  <a:gd name="T16" fmla="*/ 138 w 138"/>
                  <a:gd name="T17" fmla="*/ 5 h 103"/>
                  <a:gd name="T18" fmla="*/ 106 w 138"/>
                  <a:gd name="T19" fmla="*/ 22 h 103"/>
                  <a:gd name="T20" fmla="*/ 84 w 138"/>
                  <a:gd name="T21" fmla="*/ 30 h 103"/>
                  <a:gd name="T22" fmla="*/ 66 w 138"/>
                  <a:gd name="T23" fmla="*/ 36 h 103"/>
                  <a:gd name="T24" fmla="*/ 48 w 138"/>
                  <a:gd name="T25" fmla="*/ 46 h 103"/>
                  <a:gd name="T26" fmla="*/ 26 w 138"/>
                  <a:gd name="T27" fmla="*/ 40 h 103"/>
                  <a:gd name="T28" fmla="*/ 20 w 138"/>
                  <a:gd name="T29" fmla="*/ 38 h 103"/>
                  <a:gd name="T30" fmla="*/ 22 w 138"/>
                  <a:gd name="T31" fmla="*/ 42 h 103"/>
                  <a:gd name="T32" fmla="*/ 0 w 138"/>
                  <a:gd name="T33" fmla="*/ 42 h 103"/>
                  <a:gd name="T34" fmla="*/ 10 w 138"/>
                  <a:gd name="T35" fmla="*/ 34 h 103"/>
                  <a:gd name="T36" fmla="*/ 26 w 138"/>
                  <a:gd name="T37" fmla="*/ 27 h 10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38" h="103">
                    <a:moveTo>
                      <a:pt x="26" y="61"/>
                    </a:moveTo>
                    <a:cubicBezTo>
                      <a:pt x="29" y="53"/>
                      <a:pt x="33" y="51"/>
                      <a:pt x="30" y="43"/>
                    </a:cubicBezTo>
                    <a:cubicBezTo>
                      <a:pt x="33" y="27"/>
                      <a:pt x="37" y="24"/>
                      <a:pt x="50" y="33"/>
                    </a:cubicBezTo>
                    <a:cubicBezTo>
                      <a:pt x="51" y="37"/>
                      <a:pt x="53" y="41"/>
                      <a:pt x="54" y="45"/>
                    </a:cubicBezTo>
                    <a:cubicBezTo>
                      <a:pt x="55" y="49"/>
                      <a:pt x="66" y="49"/>
                      <a:pt x="66" y="49"/>
                    </a:cubicBezTo>
                    <a:cubicBezTo>
                      <a:pt x="75" y="43"/>
                      <a:pt x="77" y="45"/>
                      <a:pt x="80" y="55"/>
                    </a:cubicBezTo>
                    <a:cubicBezTo>
                      <a:pt x="92" y="47"/>
                      <a:pt x="101" y="37"/>
                      <a:pt x="116" y="33"/>
                    </a:cubicBezTo>
                    <a:cubicBezTo>
                      <a:pt x="125" y="19"/>
                      <a:pt x="120" y="24"/>
                      <a:pt x="130" y="17"/>
                    </a:cubicBezTo>
                    <a:cubicBezTo>
                      <a:pt x="134" y="11"/>
                      <a:pt x="134" y="0"/>
                      <a:pt x="138" y="11"/>
                    </a:cubicBezTo>
                    <a:cubicBezTo>
                      <a:pt x="135" y="31"/>
                      <a:pt x="126" y="45"/>
                      <a:pt x="106" y="49"/>
                    </a:cubicBezTo>
                    <a:cubicBezTo>
                      <a:pt x="97" y="55"/>
                      <a:pt x="93" y="61"/>
                      <a:pt x="84" y="67"/>
                    </a:cubicBezTo>
                    <a:cubicBezTo>
                      <a:pt x="80" y="79"/>
                      <a:pt x="79" y="79"/>
                      <a:pt x="66" y="81"/>
                    </a:cubicBezTo>
                    <a:cubicBezTo>
                      <a:pt x="60" y="90"/>
                      <a:pt x="57" y="97"/>
                      <a:pt x="48" y="103"/>
                    </a:cubicBezTo>
                    <a:cubicBezTo>
                      <a:pt x="42" y="94"/>
                      <a:pt x="37" y="93"/>
                      <a:pt x="26" y="89"/>
                    </a:cubicBezTo>
                    <a:cubicBezTo>
                      <a:pt x="24" y="88"/>
                      <a:pt x="20" y="87"/>
                      <a:pt x="20" y="87"/>
                    </a:cubicBezTo>
                    <a:cubicBezTo>
                      <a:pt x="10" y="90"/>
                      <a:pt x="14" y="94"/>
                      <a:pt x="22" y="97"/>
                    </a:cubicBezTo>
                    <a:cubicBezTo>
                      <a:pt x="14" y="103"/>
                      <a:pt x="9" y="100"/>
                      <a:pt x="0" y="97"/>
                    </a:cubicBezTo>
                    <a:cubicBezTo>
                      <a:pt x="2" y="87"/>
                      <a:pt x="1" y="82"/>
                      <a:pt x="10" y="79"/>
                    </a:cubicBezTo>
                    <a:cubicBezTo>
                      <a:pt x="15" y="63"/>
                      <a:pt x="14" y="69"/>
                      <a:pt x="26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4" name="Freeform 46"/>
              <p:cNvSpPr>
                <a:spLocks/>
              </p:cNvSpPr>
              <p:nvPr userDrawn="1"/>
            </p:nvSpPr>
            <p:spPr bwMode="ltGray">
              <a:xfrm>
                <a:off x="2553" y="182"/>
                <a:ext cx="187" cy="176"/>
              </a:xfrm>
              <a:custGeom>
                <a:avLst/>
                <a:gdLst>
                  <a:gd name="T0" fmla="*/ 154 w 188"/>
                  <a:gd name="T1" fmla="*/ 11 h 214"/>
                  <a:gd name="T2" fmla="*/ 156 w 188"/>
                  <a:gd name="T3" fmla="*/ 2 h 214"/>
                  <a:gd name="T4" fmla="*/ 166 w 188"/>
                  <a:gd name="T5" fmla="*/ 0 h 214"/>
                  <a:gd name="T6" fmla="*/ 178 w 188"/>
                  <a:gd name="T7" fmla="*/ 11 h 214"/>
                  <a:gd name="T8" fmla="*/ 184 w 188"/>
                  <a:gd name="T9" fmla="*/ 20 h 214"/>
                  <a:gd name="T10" fmla="*/ 174 w 188"/>
                  <a:gd name="T11" fmla="*/ 26 h 214"/>
                  <a:gd name="T12" fmla="*/ 166 w 188"/>
                  <a:gd name="T13" fmla="*/ 35 h 214"/>
                  <a:gd name="T14" fmla="*/ 158 w 188"/>
                  <a:gd name="T15" fmla="*/ 58 h 214"/>
                  <a:gd name="T16" fmla="*/ 140 w 188"/>
                  <a:gd name="T17" fmla="*/ 63 h 214"/>
                  <a:gd name="T18" fmla="*/ 116 w 188"/>
                  <a:gd name="T19" fmla="*/ 63 h 214"/>
                  <a:gd name="T20" fmla="*/ 108 w 188"/>
                  <a:gd name="T21" fmla="*/ 57 h 214"/>
                  <a:gd name="T22" fmla="*/ 98 w 188"/>
                  <a:gd name="T23" fmla="*/ 67 h 214"/>
                  <a:gd name="T24" fmla="*/ 90 w 188"/>
                  <a:gd name="T25" fmla="*/ 68 h 214"/>
                  <a:gd name="T26" fmla="*/ 80 w 188"/>
                  <a:gd name="T27" fmla="*/ 61 h 214"/>
                  <a:gd name="T28" fmla="*/ 58 w 188"/>
                  <a:gd name="T29" fmla="*/ 66 h 214"/>
                  <a:gd name="T30" fmla="*/ 76 w 188"/>
                  <a:gd name="T31" fmla="*/ 65 h 214"/>
                  <a:gd name="T32" fmla="*/ 78 w 188"/>
                  <a:gd name="T33" fmla="*/ 74 h 214"/>
                  <a:gd name="T34" fmla="*/ 58 w 188"/>
                  <a:gd name="T35" fmla="*/ 76 h 214"/>
                  <a:gd name="T36" fmla="*/ 34 w 188"/>
                  <a:gd name="T37" fmla="*/ 76 h 214"/>
                  <a:gd name="T38" fmla="*/ 36 w 188"/>
                  <a:gd name="T39" fmla="*/ 71 h 214"/>
                  <a:gd name="T40" fmla="*/ 46 w 188"/>
                  <a:gd name="T41" fmla="*/ 66 h 214"/>
                  <a:gd name="T42" fmla="*/ 34 w 188"/>
                  <a:gd name="T43" fmla="*/ 67 h 214"/>
                  <a:gd name="T44" fmla="*/ 26 w 188"/>
                  <a:gd name="T45" fmla="*/ 76 h 214"/>
                  <a:gd name="T46" fmla="*/ 30 w 188"/>
                  <a:gd name="T47" fmla="*/ 86 h 214"/>
                  <a:gd name="T48" fmla="*/ 14 w 188"/>
                  <a:gd name="T49" fmla="*/ 91 h 214"/>
                  <a:gd name="T50" fmla="*/ 0 w 188"/>
                  <a:gd name="T51" fmla="*/ 98 h 214"/>
                  <a:gd name="T52" fmla="*/ 8 w 188"/>
                  <a:gd name="T53" fmla="*/ 86 h 214"/>
                  <a:gd name="T54" fmla="*/ 0 w 188"/>
                  <a:gd name="T55" fmla="*/ 75 h 214"/>
                  <a:gd name="T56" fmla="*/ 14 w 188"/>
                  <a:gd name="T57" fmla="*/ 70 h 214"/>
                  <a:gd name="T58" fmla="*/ 32 w 188"/>
                  <a:gd name="T59" fmla="*/ 61 h 214"/>
                  <a:gd name="T60" fmla="*/ 44 w 188"/>
                  <a:gd name="T61" fmla="*/ 54 h 214"/>
                  <a:gd name="T62" fmla="*/ 72 w 188"/>
                  <a:gd name="T63" fmla="*/ 53 h 214"/>
                  <a:gd name="T64" fmla="*/ 84 w 188"/>
                  <a:gd name="T65" fmla="*/ 52 h 214"/>
                  <a:gd name="T66" fmla="*/ 110 w 188"/>
                  <a:gd name="T67" fmla="*/ 36 h 214"/>
                  <a:gd name="T68" fmla="*/ 116 w 188"/>
                  <a:gd name="T69" fmla="*/ 43 h 214"/>
                  <a:gd name="T70" fmla="*/ 128 w 188"/>
                  <a:gd name="T71" fmla="*/ 35 h 214"/>
                  <a:gd name="T72" fmla="*/ 146 w 188"/>
                  <a:gd name="T73" fmla="*/ 25 h 214"/>
                  <a:gd name="T74" fmla="*/ 150 w 188"/>
                  <a:gd name="T75" fmla="*/ 20 h 214"/>
                  <a:gd name="T76" fmla="*/ 144 w 188"/>
                  <a:gd name="T77" fmla="*/ 17 h 214"/>
                  <a:gd name="T78" fmla="*/ 148 w 188"/>
                  <a:gd name="T79" fmla="*/ 14 h 214"/>
                  <a:gd name="T80" fmla="*/ 154 w 188"/>
                  <a:gd name="T81" fmla="*/ 11 h 21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88" h="214">
                    <a:moveTo>
                      <a:pt x="158" y="24"/>
                    </a:moveTo>
                    <a:cubicBezTo>
                      <a:pt x="156" y="18"/>
                      <a:pt x="160" y="6"/>
                      <a:pt x="160" y="6"/>
                    </a:cubicBezTo>
                    <a:cubicBezTo>
                      <a:pt x="167" y="16"/>
                      <a:pt x="167" y="8"/>
                      <a:pt x="170" y="0"/>
                    </a:cubicBezTo>
                    <a:cubicBezTo>
                      <a:pt x="181" y="4"/>
                      <a:pt x="179" y="14"/>
                      <a:pt x="182" y="24"/>
                    </a:cubicBezTo>
                    <a:cubicBezTo>
                      <a:pt x="184" y="30"/>
                      <a:pt x="188" y="42"/>
                      <a:pt x="188" y="42"/>
                    </a:cubicBezTo>
                    <a:cubicBezTo>
                      <a:pt x="183" y="56"/>
                      <a:pt x="188" y="52"/>
                      <a:pt x="178" y="58"/>
                    </a:cubicBezTo>
                    <a:cubicBezTo>
                      <a:pt x="174" y="63"/>
                      <a:pt x="170" y="76"/>
                      <a:pt x="170" y="76"/>
                    </a:cubicBezTo>
                    <a:cubicBezTo>
                      <a:pt x="169" y="100"/>
                      <a:pt x="173" y="110"/>
                      <a:pt x="162" y="126"/>
                    </a:cubicBezTo>
                    <a:cubicBezTo>
                      <a:pt x="150" y="118"/>
                      <a:pt x="155" y="132"/>
                      <a:pt x="144" y="136"/>
                    </a:cubicBezTo>
                    <a:cubicBezTo>
                      <a:pt x="135" y="134"/>
                      <a:pt x="129" y="135"/>
                      <a:pt x="120" y="138"/>
                    </a:cubicBezTo>
                    <a:cubicBezTo>
                      <a:pt x="114" y="129"/>
                      <a:pt x="122" y="127"/>
                      <a:pt x="112" y="124"/>
                    </a:cubicBezTo>
                    <a:cubicBezTo>
                      <a:pt x="108" y="130"/>
                      <a:pt x="108" y="142"/>
                      <a:pt x="102" y="146"/>
                    </a:cubicBezTo>
                    <a:cubicBezTo>
                      <a:pt x="98" y="148"/>
                      <a:pt x="90" y="150"/>
                      <a:pt x="90" y="150"/>
                    </a:cubicBezTo>
                    <a:cubicBezTo>
                      <a:pt x="87" y="141"/>
                      <a:pt x="89" y="135"/>
                      <a:pt x="80" y="132"/>
                    </a:cubicBezTo>
                    <a:cubicBezTo>
                      <a:pt x="68" y="134"/>
                      <a:pt x="65" y="134"/>
                      <a:pt x="58" y="144"/>
                    </a:cubicBezTo>
                    <a:cubicBezTo>
                      <a:pt x="66" y="150"/>
                      <a:pt x="68" y="147"/>
                      <a:pt x="76" y="142"/>
                    </a:cubicBezTo>
                    <a:cubicBezTo>
                      <a:pt x="81" y="146"/>
                      <a:pt x="85" y="155"/>
                      <a:pt x="78" y="160"/>
                    </a:cubicBezTo>
                    <a:cubicBezTo>
                      <a:pt x="75" y="162"/>
                      <a:pt x="62" y="165"/>
                      <a:pt x="58" y="166"/>
                    </a:cubicBezTo>
                    <a:cubicBezTo>
                      <a:pt x="48" y="173"/>
                      <a:pt x="44" y="173"/>
                      <a:pt x="34" y="166"/>
                    </a:cubicBezTo>
                    <a:cubicBezTo>
                      <a:pt x="35" y="162"/>
                      <a:pt x="34" y="158"/>
                      <a:pt x="36" y="154"/>
                    </a:cubicBezTo>
                    <a:cubicBezTo>
                      <a:pt x="38" y="150"/>
                      <a:pt x="55" y="146"/>
                      <a:pt x="46" y="144"/>
                    </a:cubicBezTo>
                    <a:cubicBezTo>
                      <a:pt x="42" y="143"/>
                      <a:pt x="34" y="148"/>
                      <a:pt x="34" y="148"/>
                    </a:cubicBezTo>
                    <a:cubicBezTo>
                      <a:pt x="32" y="155"/>
                      <a:pt x="28" y="159"/>
                      <a:pt x="26" y="166"/>
                    </a:cubicBezTo>
                    <a:cubicBezTo>
                      <a:pt x="36" y="182"/>
                      <a:pt x="36" y="173"/>
                      <a:pt x="30" y="190"/>
                    </a:cubicBezTo>
                    <a:cubicBezTo>
                      <a:pt x="28" y="196"/>
                      <a:pt x="14" y="200"/>
                      <a:pt x="14" y="200"/>
                    </a:cubicBezTo>
                    <a:cubicBezTo>
                      <a:pt x="5" y="214"/>
                      <a:pt x="11" y="210"/>
                      <a:pt x="0" y="214"/>
                    </a:cubicBezTo>
                    <a:cubicBezTo>
                      <a:pt x="2" y="202"/>
                      <a:pt x="5" y="198"/>
                      <a:pt x="8" y="188"/>
                    </a:cubicBezTo>
                    <a:cubicBezTo>
                      <a:pt x="6" y="178"/>
                      <a:pt x="3" y="173"/>
                      <a:pt x="0" y="164"/>
                    </a:cubicBezTo>
                    <a:cubicBezTo>
                      <a:pt x="3" y="156"/>
                      <a:pt x="7" y="157"/>
                      <a:pt x="14" y="152"/>
                    </a:cubicBezTo>
                    <a:cubicBezTo>
                      <a:pt x="18" y="141"/>
                      <a:pt x="23" y="140"/>
                      <a:pt x="32" y="134"/>
                    </a:cubicBezTo>
                    <a:cubicBezTo>
                      <a:pt x="37" y="127"/>
                      <a:pt x="37" y="123"/>
                      <a:pt x="44" y="118"/>
                    </a:cubicBezTo>
                    <a:cubicBezTo>
                      <a:pt x="64" y="121"/>
                      <a:pt x="55" y="122"/>
                      <a:pt x="72" y="116"/>
                    </a:cubicBezTo>
                    <a:cubicBezTo>
                      <a:pt x="76" y="115"/>
                      <a:pt x="84" y="112"/>
                      <a:pt x="84" y="112"/>
                    </a:cubicBezTo>
                    <a:cubicBezTo>
                      <a:pt x="105" y="119"/>
                      <a:pt x="97" y="84"/>
                      <a:pt x="114" y="78"/>
                    </a:cubicBezTo>
                    <a:cubicBezTo>
                      <a:pt x="117" y="87"/>
                      <a:pt x="110" y="89"/>
                      <a:pt x="120" y="92"/>
                    </a:cubicBezTo>
                    <a:cubicBezTo>
                      <a:pt x="125" y="85"/>
                      <a:pt x="125" y="81"/>
                      <a:pt x="132" y="76"/>
                    </a:cubicBezTo>
                    <a:cubicBezTo>
                      <a:pt x="138" y="68"/>
                      <a:pt x="146" y="65"/>
                      <a:pt x="150" y="54"/>
                    </a:cubicBezTo>
                    <a:cubicBezTo>
                      <a:pt x="151" y="50"/>
                      <a:pt x="154" y="42"/>
                      <a:pt x="154" y="42"/>
                    </a:cubicBezTo>
                    <a:cubicBezTo>
                      <a:pt x="152" y="41"/>
                      <a:pt x="148" y="40"/>
                      <a:pt x="148" y="38"/>
                    </a:cubicBezTo>
                    <a:cubicBezTo>
                      <a:pt x="148" y="36"/>
                      <a:pt x="161" y="33"/>
                      <a:pt x="152" y="32"/>
                    </a:cubicBezTo>
                    <a:lnTo>
                      <a:pt x="158" y="2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5" name="Freeform 47"/>
              <p:cNvSpPr>
                <a:spLocks/>
              </p:cNvSpPr>
              <p:nvPr userDrawn="1"/>
            </p:nvSpPr>
            <p:spPr bwMode="ltGray">
              <a:xfrm>
                <a:off x="2677" y="233"/>
                <a:ext cx="14" cy="10"/>
              </a:xfrm>
              <a:custGeom>
                <a:avLst/>
                <a:gdLst>
                  <a:gd name="T0" fmla="*/ 0 w 13"/>
                  <a:gd name="T1" fmla="*/ 3 h 13"/>
                  <a:gd name="T2" fmla="*/ 4 w 13"/>
                  <a:gd name="T3" fmla="*/ 5 h 13"/>
                  <a:gd name="T4" fmla="*/ 0 w 13"/>
                  <a:gd name="T5" fmla="*/ 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3">
                    <a:moveTo>
                      <a:pt x="0" y="9"/>
                    </a:moveTo>
                    <a:cubicBezTo>
                      <a:pt x="6" y="0"/>
                      <a:pt x="13" y="7"/>
                      <a:pt x="4" y="13"/>
                    </a:cubicBezTo>
                    <a:cubicBezTo>
                      <a:pt x="0" y="6"/>
                      <a:pt x="0" y="5"/>
                      <a:pt x="0" y="9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6" name="Freeform 48"/>
              <p:cNvSpPr>
                <a:spLocks/>
              </p:cNvSpPr>
              <p:nvPr userDrawn="1"/>
            </p:nvSpPr>
            <p:spPr bwMode="ltGray">
              <a:xfrm>
                <a:off x="1627" y="353"/>
                <a:ext cx="813" cy="462"/>
              </a:xfrm>
              <a:custGeom>
                <a:avLst/>
                <a:gdLst>
                  <a:gd name="T0" fmla="*/ 816 w 812"/>
                  <a:gd name="T1" fmla="*/ 11 h 564"/>
                  <a:gd name="T2" fmla="*/ 782 w 812"/>
                  <a:gd name="T3" fmla="*/ 35 h 564"/>
                  <a:gd name="T4" fmla="*/ 752 w 812"/>
                  <a:gd name="T5" fmla="*/ 55 h 564"/>
                  <a:gd name="T6" fmla="*/ 726 w 812"/>
                  <a:gd name="T7" fmla="*/ 64 h 564"/>
                  <a:gd name="T8" fmla="*/ 638 w 812"/>
                  <a:gd name="T9" fmla="*/ 80 h 564"/>
                  <a:gd name="T10" fmla="*/ 636 w 812"/>
                  <a:gd name="T11" fmla="*/ 95 h 564"/>
                  <a:gd name="T12" fmla="*/ 608 w 812"/>
                  <a:gd name="T13" fmla="*/ 103 h 564"/>
                  <a:gd name="T14" fmla="*/ 624 w 812"/>
                  <a:gd name="T15" fmla="*/ 80 h 564"/>
                  <a:gd name="T16" fmla="*/ 580 w 812"/>
                  <a:gd name="T17" fmla="*/ 84 h 564"/>
                  <a:gd name="T18" fmla="*/ 560 w 812"/>
                  <a:gd name="T19" fmla="*/ 98 h 564"/>
                  <a:gd name="T20" fmla="*/ 600 w 812"/>
                  <a:gd name="T21" fmla="*/ 126 h 564"/>
                  <a:gd name="T22" fmla="*/ 598 w 812"/>
                  <a:gd name="T23" fmla="*/ 165 h 564"/>
                  <a:gd name="T24" fmla="*/ 546 w 812"/>
                  <a:gd name="T25" fmla="*/ 183 h 564"/>
                  <a:gd name="T26" fmla="*/ 526 w 812"/>
                  <a:gd name="T27" fmla="*/ 174 h 564"/>
                  <a:gd name="T28" fmla="*/ 486 w 812"/>
                  <a:gd name="T29" fmla="*/ 156 h 564"/>
                  <a:gd name="T30" fmla="*/ 466 w 812"/>
                  <a:gd name="T31" fmla="*/ 156 h 564"/>
                  <a:gd name="T32" fmla="*/ 454 w 812"/>
                  <a:gd name="T33" fmla="*/ 178 h 564"/>
                  <a:gd name="T34" fmla="*/ 504 w 812"/>
                  <a:gd name="T35" fmla="*/ 209 h 564"/>
                  <a:gd name="T36" fmla="*/ 514 w 812"/>
                  <a:gd name="T37" fmla="*/ 236 h 564"/>
                  <a:gd name="T38" fmla="*/ 530 w 812"/>
                  <a:gd name="T39" fmla="*/ 252 h 564"/>
                  <a:gd name="T40" fmla="*/ 496 w 812"/>
                  <a:gd name="T41" fmla="*/ 245 h 564"/>
                  <a:gd name="T42" fmla="*/ 474 w 812"/>
                  <a:gd name="T43" fmla="*/ 233 h 564"/>
                  <a:gd name="T44" fmla="*/ 426 w 812"/>
                  <a:gd name="T45" fmla="*/ 191 h 564"/>
                  <a:gd name="T46" fmla="*/ 430 w 812"/>
                  <a:gd name="T47" fmla="*/ 139 h 564"/>
                  <a:gd name="T48" fmla="*/ 426 w 812"/>
                  <a:gd name="T49" fmla="*/ 120 h 564"/>
                  <a:gd name="T50" fmla="*/ 416 w 812"/>
                  <a:gd name="T51" fmla="*/ 125 h 564"/>
                  <a:gd name="T52" fmla="*/ 386 w 812"/>
                  <a:gd name="T53" fmla="*/ 120 h 564"/>
                  <a:gd name="T54" fmla="*/ 360 w 812"/>
                  <a:gd name="T55" fmla="*/ 76 h 564"/>
                  <a:gd name="T56" fmla="*/ 330 w 812"/>
                  <a:gd name="T57" fmla="*/ 75 h 564"/>
                  <a:gd name="T58" fmla="*/ 288 w 812"/>
                  <a:gd name="T59" fmla="*/ 78 h 564"/>
                  <a:gd name="T60" fmla="*/ 242 w 812"/>
                  <a:gd name="T61" fmla="*/ 105 h 564"/>
                  <a:gd name="T62" fmla="*/ 196 w 812"/>
                  <a:gd name="T63" fmla="*/ 120 h 564"/>
                  <a:gd name="T64" fmla="*/ 184 w 812"/>
                  <a:gd name="T65" fmla="*/ 123 h 564"/>
                  <a:gd name="T66" fmla="*/ 160 w 812"/>
                  <a:gd name="T67" fmla="*/ 147 h 564"/>
                  <a:gd name="T68" fmla="*/ 152 w 812"/>
                  <a:gd name="T69" fmla="*/ 160 h 564"/>
                  <a:gd name="T70" fmla="*/ 128 w 812"/>
                  <a:gd name="T71" fmla="*/ 182 h 564"/>
                  <a:gd name="T72" fmla="*/ 94 w 812"/>
                  <a:gd name="T73" fmla="*/ 176 h 564"/>
                  <a:gd name="T74" fmla="*/ 66 w 812"/>
                  <a:gd name="T75" fmla="*/ 116 h 564"/>
                  <a:gd name="T76" fmla="*/ 72 w 812"/>
                  <a:gd name="T77" fmla="*/ 70 h 564"/>
                  <a:gd name="T78" fmla="*/ 44 w 812"/>
                  <a:gd name="T79" fmla="*/ 80 h 564"/>
                  <a:gd name="T80" fmla="*/ 20 w 812"/>
                  <a:gd name="T81" fmla="*/ 68 h 564"/>
                  <a:gd name="T82" fmla="*/ 24 w 812"/>
                  <a:gd name="T83" fmla="*/ 62 h 564"/>
                  <a:gd name="T84" fmla="*/ 0 w 812"/>
                  <a:gd name="T85" fmla="*/ 41 h 564"/>
                  <a:gd name="T86" fmla="*/ 802 w 812"/>
                  <a:gd name="T87" fmla="*/ 2 h 56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812" h="564">
                    <a:moveTo>
                      <a:pt x="798" y="6"/>
                    </a:moveTo>
                    <a:cubicBezTo>
                      <a:pt x="801" y="15"/>
                      <a:pt x="809" y="16"/>
                      <a:pt x="812" y="26"/>
                    </a:cubicBezTo>
                    <a:cubicBezTo>
                      <a:pt x="809" y="36"/>
                      <a:pt x="801" y="41"/>
                      <a:pt x="796" y="50"/>
                    </a:cubicBezTo>
                    <a:cubicBezTo>
                      <a:pt x="791" y="61"/>
                      <a:pt x="788" y="71"/>
                      <a:pt x="778" y="78"/>
                    </a:cubicBezTo>
                    <a:cubicBezTo>
                      <a:pt x="773" y="85"/>
                      <a:pt x="771" y="88"/>
                      <a:pt x="774" y="96"/>
                    </a:cubicBezTo>
                    <a:cubicBezTo>
                      <a:pt x="767" y="107"/>
                      <a:pt x="758" y="114"/>
                      <a:pt x="748" y="122"/>
                    </a:cubicBezTo>
                    <a:cubicBezTo>
                      <a:pt x="744" y="125"/>
                      <a:pt x="736" y="130"/>
                      <a:pt x="736" y="130"/>
                    </a:cubicBezTo>
                    <a:cubicBezTo>
                      <a:pt x="740" y="141"/>
                      <a:pt x="731" y="140"/>
                      <a:pt x="722" y="142"/>
                    </a:cubicBezTo>
                    <a:cubicBezTo>
                      <a:pt x="716" y="148"/>
                      <a:pt x="712" y="151"/>
                      <a:pt x="704" y="154"/>
                    </a:cubicBezTo>
                    <a:cubicBezTo>
                      <a:pt x="686" y="150"/>
                      <a:pt x="650" y="169"/>
                      <a:pt x="634" y="180"/>
                    </a:cubicBezTo>
                    <a:cubicBezTo>
                      <a:pt x="636" y="189"/>
                      <a:pt x="631" y="193"/>
                      <a:pt x="640" y="196"/>
                    </a:cubicBezTo>
                    <a:cubicBezTo>
                      <a:pt x="643" y="205"/>
                      <a:pt x="640" y="207"/>
                      <a:pt x="632" y="210"/>
                    </a:cubicBezTo>
                    <a:cubicBezTo>
                      <a:pt x="626" y="219"/>
                      <a:pt x="623" y="226"/>
                      <a:pt x="614" y="232"/>
                    </a:cubicBezTo>
                    <a:cubicBezTo>
                      <a:pt x="611" y="231"/>
                      <a:pt x="606" y="233"/>
                      <a:pt x="604" y="230"/>
                    </a:cubicBezTo>
                    <a:cubicBezTo>
                      <a:pt x="599" y="220"/>
                      <a:pt x="610" y="199"/>
                      <a:pt x="620" y="196"/>
                    </a:cubicBezTo>
                    <a:cubicBezTo>
                      <a:pt x="623" y="187"/>
                      <a:pt x="617" y="187"/>
                      <a:pt x="620" y="178"/>
                    </a:cubicBezTo>
                    <a:cubicBezTo>
                      <a:pt x="617" y="164"/>
                      <a:pt x="609" y="168"/>
                      <a:pt x="598" y="172"/>
                    </a:cubicBezTo>
                    <a:cubicBezTo>
                      <a:pt x="592" y="180"/>
                      <a:pt x="585" y="185"/>
                      <a:pt x="576" y="188"/>
                    </a:cubicBezTo>
                    <a:cubicBezTo>
                      <a:pt x="572" y="194"/>
                      <a:pt x="568" y="200"/>
                      <a:pt x="564" y="206"/>
                    </a:cubicBezTo>
                    <a:cubicBezTo>
                      <a:pt x="561" y="210"/>
                      <a:pt x="556" y="218"/>
                      <a:pt x="556" y="218"/>
                    </a:cubicBezTo>
                    <a:cubicBezTo>
                      <a:pt x="558" y="234"/>
                      <a:pt x="559" y="243"/>
                      <a:pt x="572" y="252"/>
                    </a:cubicBezTo>
                    <a:cubicBezTo>
                      <a:pt x="579" y="262"/>
                      <a:pt x="586" y="273"/>
                      <a:pt x="596" y="280"/>
                    </a:cubicBezTo>
                    <a:cubicBezTo>
                      <a:pt x="598" y="286"/>
                      <a:pt x="602" y="298"/>
                      <a:pt x="602" y="298"/>
                    </a:cubicBezTo>
                    <a:cubicBezTo>
                      <a:pt x="601" y="308"/>
                      <a:pt x="599" y="361"/>
                      <a:pt x="594" y="368"/>
                    </a:cubicBezTo>
                    <a:cubicBezTo>
                      <a:pt x="590" y="374"/>
                      <a:pt x="576" y="378"/>
                      <a:pt x="570" y="382"/>
                    </a:cubicBezTo>
                    <a:cubicBezTo>
                      <a:pt x="563" y="393"/>
                      <a:pt x="550" y="396"/>
                      <a:pt x="542" y="406"/>
                    </a:cubicBezTo>
                    <a:cubicBezTo>
                      <a:pt x="536" y="413"/>
                      <a:pt x="539" y="417"/>
                      <a:pt x="530" y="420"/>
                    </a:cubicBezTo>
                    <a:cubicBezTo>
                      <a:pt x="526" y="408"/>
                      <a:pt x="538" y="391"/>
                      <a:pt x="522" y="386"/>
                    </a:cubicBezTo>
                    <a:cubicBezTo>
                      <a:pt x="516" y="377"/>
                      <a:pt x="510" y="364"/>
                      <a:pt x="502" y="356"/>
                    </a:cubicBezTo>
                    <a:cubicBezTo>
                      <a:pt x="497" y="341"/>
                      <a:pt x="505" y="360"/>
                      <a:pt x="482" y="348"/>
                    </a:cubicBezTo>
                    <a:cubicBezTo>
                      <a:pt x="478" y="346"/>
                      <a:pt x="478" y="339"/>
                      <a:pt x="474" y="336"/>
                    </a:cubicBezTo>
                    <a:cubicBezTo>
                      <a:pt x="470" y="323"/>
                      <a:pt x="466" y="342"/>
                      <a:pt x="462" y="348"/>
                    </a:cubicBezTo>
                    <a:cubicBezTo>
                      <a:pt x="460" y="358"/>
                      <a:pt x="456" y="363"/>
                      <a:pt x="454" y="374"/>
                    </a:cubicBezTo>
                    <a:cubicBezTo>
                      <a:pt x="457" y="383"/>
                      <a:pt x="455" y="387"/>
                      <a:pt x="450" y="394"/>
                    </a:cubicBezTo>
                    <a:cubicBezTo>
                      <a:pt x="454" y="399"/>
                      <a:pt x="464" y="411"/>
                      <a:pt x="466" y="418"/>
                    </a:cubicBezTo>
                    <a:cubicBezTo>
                      <a:pt x="474" y="443"/>
                      <a:pt x="472" y="458"/>
                      <a:pt x="500" y="464"/>
                    </a:cubicBezTo>
                    <a:cubicBezTo>
                      <a:pt x="507" y="469"/>
                      <a:pt x="510" y="474"/>
                      <a:pt x="516" y="480"/>
                    </a:cubicBezTo>
                    <a:cubicBezTo>
                      <a:pt x="511" y="494"/>
                      <a:pt x="513" y="509"/>
                      <a:pt x="510" y="524"/>
                    </a:cubicBezTo>
                    <a:cubicBezTo>
                      <a:pt x="512" y="537"/>
                      <a:pt x="511" y="541"/>
                      <a:pt x="522" y="548"/>
                    </a:cubicBezTo>
                    <a:cubicBezTo>
                      <a:pt x="523" y="552"/>
                      <a:pt x="525" y="556"/>
                      <a:pt x="526" y="560"/>
                    </a:cubicBezTo>
                    <a:cubicBezTo>
                      <a:pt x="527" y="564"/>
                      <a:pt x="514" y="556"/>
                      <a:pt x="514" y="556"/>
                    </a:cubicBezTo>
                    <a:cubicBezTo>
                      <a:pt x="502" y="564"/>
                      <a:pt x="501" y="551"/>
                      <a:pt x="492" y="544"/>
                    </a:cubicBezTo>
                    <a:cubicBezTo>
                      <a:pt x="488" y="541"/>
                      <a:pt x="480" y="536"/>
                      <a:pt x="480" y="536"/>
                    </a:cubicBezTo>
                    <a:cubicBezTo>
                      <a:pt x="471" y="522"/>
                      <a:pt x="474" y="529"/>
                      <a:pt x="470" y="518"/>
                    </a:cubicBezTo>
                    <a:cubicBezTo>
                      <a:pt x="467" y="491"/>
                      <a:pt x="461" y="446"/>
                      <a:pt x="436" y="430"/>
                    </a:cubicBezTo>
                    <a:cubicBezTo>
                      <a:pt x="428" y="433"/>
                      <a:pt x="425" y="433"/>
                      <a:pt x="422" y="424"/>
                    </a:cubicBezTo>
                    <a:cubicBezTo>
                      <a:pt x="427" y="404"/>
                      <a:pt x="432" y="383"/>
                      <a:pt x="438" y="364"/>
                    </a:cubicBezTo>
                    <a:cubicBezTo>
                      <a:pt x="436" y="343"/>
                      <a:pt x="431" y="330"/>
                      <a:pt x="426" y="310"/>
                    </a:cubicBezTo>
                    <a:cubicBezTo>
                      <a:pt x="429" y="302"/>
                      <a:pt x="425" y="300"/>
                      <a:pt x="422" y="292"/>
                    </a:cubicBezTo>
                    <a:cubicBezTo>
                      <a:pt x="424" y="282"/>
                      <a:pt x="428" y="277"/>
                      <a:pt x="422" y="268"/>
                    </a:cubicBezTo>
                    <a:cubicBezTo>
                      <a:pt x="420" y="269"/>
                      <a:pt x="418" y="269"/>
                      <a:pt x="416" y="270"/>
                    </a:cubicBezTo>
                    <a:cubicBezTo>
                      <a:pt x="414" y="272"/>
                      <a:pt x="414" y="275"/>
                      <a:pt x="412" y="276"/>
                    </a:cubicBezTo>
                    <a:cubicBezTo>
                      <a:pt x="408" y="278"/>
                      <a:pt x="400" y="280"/>
                      <a:pt x="400" y="280"/>
                    </a:cubicBezTo>
                    <a:cubicBezTo>
                      <a:pt x="394" y="274"/>
                      <a:pt x="389" y="274"/>
                      <a:pt x="386" y="266"/>
                    </a:cubicBezTo>
                    <a:cubicBezTo>
                      <a:pt x="391" y="251"/>
                      <a:pt x="379" y="206"/>
                      <a:pt x="364" y="196"/>
                    </a:cubicBezTo>
                    <a:cubicBezTo>
                      <a:pt x="357" y="186"/>
                      <a:pt x="358" y="182"/>
                      <a:pt x="360" y="170"/>
                    </a:cubicBezTo>
                    <a:cubicBezTo>
                      <a:pt x="358" y="160"/>
                      <a:pt x="356" y="147"/>
                      <a:pt x="346" y="144"/>
                    </a:cubicBezTo>
                    <a:cubicBezTo>
                      <a:pt x="343" y="154"/>
                      <a:pt x="338" y="160"/>
                      <a:pt x="330" y="166"/>
                    </a:cubicBezTo>
                    <a:cubicBezTo>
                      <a:pt x="323" y="164"/>
                      <a:pt x="308" y="160"/>
                      <a:pt x="308" y="160"/>
                    </a:cubicBezTo>
                    <a:cubicBezTo>
                      <a:pt x="296" y="162"/>
                      <a:pt x="297" y="166"/>
                      <a:pt x="288" y="172"/>
                    </a:cubicBezTo>
                    <a:cubicBezTo>
                      <a:pt x="284" y="185"/>
                      <a:pt x="282" y="191"/>
                      <a:pt x="268" y="196"/>
                    </a:cubicBezTo>
                    <a:cubicBezTo>
                      <a:pt x="264" y="200"/>
                      <a:pt x="243" y="231"/>
                      <a:pt x="242" y="232"/>
                    </a:cubicBezTo>
                    <a:cubicBezTo>
                      <a:pt x="231" y="239"/>
                      <a:pt x="215" y="247"/>
                      <a:pt x="206" y="256"/>
                    </a:cubicBezTo>
                    <a:cubicBezTo>
                      <a:pt x="202" y="260"/>
                      <a:pt x="200" y="265"/>
                      <a:pt x="196" y="268"/>
                    </a:cubicBezTo>
                    <a:cubicBezTo>
                      <a:pt x="194" y="269"/>
                      <a:pt x="192" y="269"/>
                      <a:pt x="190" y="270"/>
                    </a:cubicBezTo>
                    <a:cubicBezTo>
                      <a:pt x="188" y="271"/>
                      <a:pt x="186" y="272"/>
                      <a:pt x="184" y="274"/>
                    </a:cubicBezTo>
                    <a:cubicBezTo>
                      <a:pt x="180" y="278"/>
                      <a:pt x="172" y="286"/>
                      <a:pt x="172" y="286"/>
                    </a:cubicBezTo>
                    <a:cubicBezTo>
                      <a:pt x="167" y="300"/>
                      <a:pt x="165" y="314"/>
                      <a:pt x="160" y="328"/>
                    </a:cubicBezTo>
                    <a:cubicBezTo>
                      <a:pt x="158" y="335"/>
                      <a:pt x="156" y="341"/>
                      <a:pt x="154" y="348"/>
                    </a:cubicBezTo>
                    <a:cubicBezTo>
                      <a:pt x="153" y="350"/>
                      <a:pt x="152" y="354"/>
                      <a:pt x="152" y="354"/>
                    </a:cubicBezTo>
                    <a:cubicBezTo>
                      <a:pt x="152" y="359"/>
                      <a:pt x="156" y="384"/>
                      <a:pt x="146" y="392"/>
                    </a:cubicBezTo>
                    <a:cubicBezTo>
                      <a:pt x="141" y="397"/>
                      <a:pt x="128" y="404"/>
                      <a:pt x="128" y="404"/>
                    </a:cubicBezTo>
                    <a:cubicBezTo>
                      <a:pt x="125" y="412"/>
                      <a:pt x="122" y="421"/>
                      <a:pt x="114" y="424"/>
                    </a:cubicBezTo>
                    <a:cubicBezTo>
                      <a:pt x="100" y="419"/>
                      <a:pt x="97" y="405"/>
                      <a:pt x="94" y="392"/>
                    </a:cubicBezTo>
                    <a:cubicBezTo>
                      <a:pt x="86" y="362"/>
                      <a:pt x="82" y="332"/>
                      <a:pt x="72" y="302"/>
                    </a:cubicBezTo>
                    <a:cubicBezTo>
                      <a:pt x="71" y="281"/>
                      <a:pt x="70" y="275"/>
                      <a:pt x="66" y="258"/>
                    </a:cubicBezTo>
                    <a:cubicBezTo>
                      <a:pt x="66" y="251"/>
                      <a:pt x="68" y="219"/>
                      <a:pt x="64" y="208"/>
                    </a:cubicBezTo>
                    <a:cubicBezTo>
                      <a:pt x="70" y="191"/>
                      <a:pt x="66" y="173"/>
                      <a:pt x="72" y="156"/>
                    </a:cubicBezTo>
                    <a:cubicBezTo>
                      <a:pt x="66" y="139"/>
                      <a:pt x="60" y="168"/>
                      <a:pt x="56" y="172"/>
                    </a:cubicBezTo>
                    <a:cubicBezTo>
                      <a:pt x="53" y="175"/>
                      <a:pt x="44" y="180"/>
                      <a:pt x="44" y="180"/>
                    </a:cubicBezTo>
                    <a:cubicBezTo>
                      <a:pt x="35" y="177"/>
                      <a:pt x="28" y="173"/>
                      <a:pt x="24" y="162"/>
                    </a:cubicBezTo>
                    <a:cubicBezTo>
                      <a:pt x="23" y="158"/>
                      <a:pt x="20" y="150"/>
                      <a:pt x="20" y="150"/>
                    </a:cubicBezTo>
                    <a:cubicBezTo>
                      <a:pt x="30" y="148"/>
                      <a:pt x="30" y="143"/>
                      <a:pt x="38" y="138"/>
                    </a:cubicBezTo>
                    <a:cubicBezTo>
                      <a:pt x="35" y="128"/>
                      <a:pt x="31" y="133"/>
                      <a:pt x="24" y="138"/>
                    </a:cubicBezTo>
                    <a:cubicBezTo>
                      <a:pt x="15" y="135"/>
                      <a:pt x="15" y="132"/>
                      <a:pt x="18" y="124"/>
                    </a:cubicBezTo>
                    <a:cubicBezTo>
                      <a:pt x="11" y="114"/>
                      <a:pt x="9" y="101"/>
                      <a:pt x="0" y="92"/>
                    </a:cubicBezTo>
                    <a:lnTo>
                      <a:pt x="76" y="0"/>
                    </a:lnTo>
                    <a:lnTo>
                      <a:pt x="798" y="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7" name="Freeform 49"/>
              <p:cNvSpPr>
                <a:spLocks/>
              </p:cNvSpPr>
              <p:nvPr userDrawn="1"/>
            </p:nvSpPr>
            <p:spPr bwMode="ltGray">
              <a:xfrm>
                <a:off x="1770" y="671"/>
                <a:ext cx="45" cy="71"/>
              </a:xfrm>
              <a:custGeom>
                <a:avLst/>
                <a:gdLst>
                  <a:gd name="T0" fmla="*/ 7 w 43"/>
                  <a:gd name="T1" fmla="*/ 6 h 85"/>
                  <a:gd name="T2" fmla="*/ 21 w 43"/>
                  <a:gd name="T3" fmla="*/ 3 h 85"/>
                  <a:gd name="T4" fmla="*/ 45 w 43"/>
                  <a:gd name="T5" fmla="*/ 16 h 85"/>
                  <a:gd name="T6" fmla="*/ 23 w 43"/>
                  <a:gd name="T7" fmla="*/ 41 h 85"/>
                  <a:gd name="T8" fmla="*/ 1 w 43"/>
                  <a:gd name="T9" fmla="*/ 33 h 85"/>
                  <a:gd name="T10" fmla="*/ 7 w 43"/>
                  <a:gd name="T11" fmla="*/ 6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85">
                    <a:moveTo>
                      <a:pt x="7" y="11"/>
                    </a:moveTo>
                    <a:cubicBezTo>
                      <a:pt x="4" y="2"/>
                      <a:pt x="9" y="0"/>
                      <a:pt x="17" y="3"/>
                    </a:cubicBezTo>
                    <a:cubicBezTo>
                      <a:pt x="24" y="13"/>
                      <a:pt x="28" y="24"/>
                      <a:pt x="37" y="33"/>
                    </a:cubicBezTo>
                    <a:cubicBezTo>
                      <a:pt x="43" y="52"/>
                      <a:pt x="40" y="78"/>
                      <a:pt x="19" y="85"/>
                    </a:cubicBezTo>
                    <a:cubicBezTo>
                      <a:pt x="6" y="81"/>
                      <a:pt x="5" y="81"/>
                      <a:pt x="1" y="69"/>
                    </a:cubicBezTo>
                    <a:cubicBezTo>
                      <a:pt x="2" y="66"/>
                      <a:pt x="0" y="4"/>
                      <a:pt x="7" y="1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8" name="Freeform 50"/>
              <p:cNvSpPr>
                <a:spLocks/>
              </p:cNvSpPr>
              <p:nvPr userDrawn="1"/>
            </p:nvSpPr>
            <p:spPr bwMode="ltGray">
              <a:xfrm>
                <a:off x="2394" y="431"/>
                <a:ext cx="42" cy="59"/>
              </a:xfrm>
              <a:custGeom>
                <a:avLst/>
                <a:gdLst>
                  <a:gd name="T0" fmla="*/ 11 w 44"/>
                  <a:gd name="T1" fmla="*/ 11 h 74"/>
                  <a:gd name="T2" fmla="*/ 25 w 44"/>
                  <a:gd name="T3" fmla="*/ 2 h 74"/>
                  <a:gd name="T4" fmla="*/ 35 w 44"/>
                  <a:gd name="T5" fmla="*/ 2 h 74"/>
                  <a:gd name="T6" fmla="*/ 32 w 44"/>
                  <a:gd name="T7" fmla="*/ 11 h 74"/>
                  <a:gd name="T8" fmla="*/ 11 w 44"/>
                  <a:gd name="T9" fmla="*/ 30 h 74"/>
                  <a:gd name="T10" fmla="*/ 7 w 44"/>
                  <a:gd name="T11" fmla="*/ 24 h 74"/>
                  <a:gd name="T12" fmla="*/ 3 w 44"/>
                  <a:gd name="T13" fmla="*/ 14 h 74"/>
                  <a:gd name="T14" fmla="*/ 11 w 44"/>
                  <a:gd name="T15" fmla="*/ 11 h 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" h="74">
                    <a:moveTo>
                      <a:pt x="13" y="28"/>
                    </a:moveTo>
                    <a:cubicBezTo>
                      <a:pt x="15" y="13"/>
                      <a:pt x="14" y="7"/>
                      <a:pt x="29" y="2"/>
                    </a:cubicBezTo>
                    <a:cubicBezTo>
                      <a:pt x="34" y="3"/>
                      <a:pt x="40" y="0"/>
                      <a:pt x="43" y="4"/>
                    </a:cubicBezTo>
                    <a:cubicBezTo>
                      <a:pt x="44" y="6"/>
                      <a:pt x="41" y="21"/>
                      <a:pt x="39" y="26"/>
                    </a:cubicBezTo>
                    <a:cubicBezTo>
                      <a:pt x="31" y="43"/>
                      <a:pt x="30" y="63"/>
                      <a:pt x="13" y="74"/>
                    </a:cubicBezTo>
                    <a:cubicBezTo>
                      <a:pt x="4" y="71"/>
                      <a:pt x="4" y="68"/>
                      <a:pt x="7" y="60"/>
                    </a:cubicBezTo>
                    <a:cubicBezTo>
                      <a:pt x="5" y="50"/>
                      <a:pt x="0" y="46"/>
                      <a:pt x="3" y="36"/>
                    </a:cubicBezTo>
                    <a:cubicBezTo>
                      <a:pt x="4" y="32"/>
                      <a:pt x="8" y="23"/>
                      <a:pt x="13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9" name="Freeform 51"/>
              <p:cNvSpPr>
                <a:spLocks/>
              </p:cNvSpPr>
              <p:nvPr userDrawn="1"/>
            </p:nvSpPr>
            <p:spPr bwMode="ltGray">
              <a:xfrm>
                <a:off x="2513" y="402"/>
                <a:ext cx="21" cy="24"/>
              </a:xfrm>
              <a:custGeom>
                <a:avLst/>
                <a:gdLst>
                  <a:gd name="T0" fmla="*/ 7 w 20"/>
                  <a:gd name="T1" fmla="*/ 6 h 30"/>
                  <a:gd name="T2" fmla="*/ 5 w 20"/>
                  <a:gd name="T3" fmla="*/ 12 h 30"/>
                  <a:gd name="T4" fmla="*/ 7 w 20"/>
                  <a:gd name="T5" fmla="*/ 6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30">
                    <a:moveTo>
                      <a:pt x="7" y="16"/>
                    </a:moveTo>
                    <a:cubicBezTo>
                      <a:pt x="18" y="0"/>
                      <a:pt x="20" y="20"/>
                      <a:pt x="5" y="30"/>
                    </a:cubicBezTo>
                    <a:cubicBezTo>
                      <a:pt x="0" y="23"/>
                      <a:pt x="1" y="22"/>
                      <a:pt x="7" y="16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0" name="Freeform 52"/>
              <p:cNvSpPr>
                <a:spLocks/>
              </p:cNvSpPr>
              <p:nvPr userDrawn="1"/>
            </p:nvSpPr>
            <p:spPr bwMode="ltGray">
              <a:xfrm>
                <a:off x="333" y="169"/>
                <a:ext cx="1015" cy="866"/>
              </a:xfrm>
              <a:custGeom>
                <a:avLst/>
                <a:gdLst>
                  <a:gd name="T0" fmla="*/ 2360 w 682"/>
                  <a:gd name="T1" fmla="*/ 2710 h 557"/>
                  <a:gd name="T2" fmla="*/ 2383 w 682"/>
                  <a:gd name="T3" fmla="*/ 2635 h 557"/>
                  <a:gd name="T4" fmla="*/ 2453 w 682"/>
                  <a:gd name="T5" fmla="*/ 2413 h 557"/>
                  <a:gd name="T6" fmla="*/ 1517 w 682"/>
                  <a:gd name="T7" fmla="*/ 1674 h 557"/>
                  <a:gd name="T8" fmla="*/ 1384 w 682"/>
                  <a:gd name="T9" fmla="*/ 2021 h 557"/>
                  <a:gd name="T10" fmla="*/ 1487 w 682"/>
                  <a:gd name="T11" fmla="*/ 3246 h 557"/>
                  <a:gd name="T12" fmla="*/ 1384 w 682"/>
                  <a:gd name="T13" fmla="*/ 2886 h 557"/>
                  <a:gd name="T14" fmla="*/ 1188 w 682"/>
                  <a:gd name="T15" fmla="*/ 2567 h 557"/>
                  <a:gd name="T16" fmla="*/ 1203 w 682"/>
                  <a:gd name="T17" fmla="*/ 2413 h 557"/>
                  <a:gd name="T18" fmla="*/ 1214 w 682"/>
                  <a:gd name="T19" fmla="*/ 2304 h 557"/>
                  <a:gd name="T20" fmla="*/ 1079 w 682"/>
                  <a:gd name="T21" fmla="*/ 2191 h 557"/>
                  <a:gd name="T22" fmla="*/ 952 w 682"/>
                  <a:gd name="T23" fmla="*/ 2021 h 557"/>
                  <a:gd name="T24" fmla="*/ 725 w 682"/>
                  <a:gd name="T25" fmla="*/ 2066 h 557"/>
                  <a:gd name="T26" fmla="*/ 621 w 682"/>
                  <a:gd name="T27" fmla="*/ 2132 h 557"/>
                  <a:gd name="T28" fmla="*/ 382 w 682"/>
                  <a:gd name="T29" fmla="*/ 2132 h 557"/>
                  <a:gd name="T30" fmla="*/ 109 w 682"/>
                  <a:gd name="T31" fmla="*/ 1822 h 557"/>
                  <a:gd name="T32" fmla="*/ 54 w 682"/>
                  <a:gd name="T33" fmla="*/ 1726 h 557"/>
                  <a:gd name="T34" fmla="*/ 0 w 682"/>
                  <a:gd name="T35" fmla="*/ 1539 h 557"/>
                  <a:gd name="T36" fmla="*/ 119 w 682"/>
                  <a:gd name="T37" fmla="*/ 1245 h 557"/>
                  <a:gd name="T38" fmla="*/ 158 w 682"/>
                  <a:gd name="T39" fmla="*/ 1056 h 557"/>
                  <a:gd name="T40" fmla="*/ 250 w 682"/>
                  <a:gd name="T41" fmla="*/ 833 h 557"/>
                  <a:gd name="T42" fmla="*/ 399 w 682"/>
                  <a:gd name="T43" fmla="*/ 676 h 557"/>
                  <a:gd name="T44" fmla="*/ 822 w 682"/>
                  <a:gd name="T45" fmla="*/ 392 h 557"/>
                  <a:gd name="T46" fmla="*/ 1079 w 682"/>
                  <a:gd name="T47" fmla="*/ 176 h 557"/>
                  <a:gd name="T48" fmla="*/ 1265 w 682"/>
                  <a:gd name="T49" fmla="*/ 34 h 557"/>
                  <a:gd name="T50" fmla="*/ 1781 w 682"/>
                  <a:gd name="T51" fmla="*/ 12 h 557"/>
                  <a:gd name="T52" fmla="*/ 1951 w 682"/>
                  <a:gd name="T53" fmla="*/ 0 h 557"/>
                  <a:gd name="T54" fmla="*/ 1883 w 682"/>
                  <a:gd name="T55" fmla="*/ 197 h 557"/>
                  <a:gd name="T56" fmla="*/ 2173 w 682"/>
                  <a:gd name="T57" fmla="*/ 493 h 557"/>
                  <a:gd name="T58" fmla="*/ 2439 w 682"/>
                  <a:gd name="T59" fmla="*/ 432 h 557"/>
                  <a:gd name="T60" fmla="*/ 2594 w 682"/>
                  <a:gd name="T61" fmla="*/ 476 h 557"/>
                  <a:gd name="T62" fmla="*/ 2741 w 682"/>
                  <a:gd name="T63" fmla="*/ 567 h 557"/>
                  <a:gd name="T64" fmla="*/ 2807 w 682"/>
                  <a:gd name="T65" fmla="*/ 1098 h 557"/>
                  <a:gd name="T66" fmla="*/ 2807 w 682"/>
                  <a:gd name="T67" fmla="*/ 1402 h 557"/>
                  <a:gd name="T68" fmla="*/ 2936 w 682"/>
                  <a:gd name="T69" fmla="*/ 1653 h 557"/>
                  <a:gd name="T70" fmla="*/ 3166 w 682"/>
                  <a:gd name="T71" fmla="*/ 1752 h 557"/>
                  <a:gd name="T72" fmla="*/ 3335 w 682"/>
                  <a:gd name="T73" fmla="*/ 1726 h 557"/>
                  <a:gd name="T74" fmla="*/ 3256 w 682"/>
                  <a:gd name="T75" fmla="*/ 1987 h 557"/>
                  <a:gd name="T76" fmla="*/ 2936 w 682"/>
                  <a:gd name="T77" fmla="*/ 2379 h 557"/>
                  <a:gd name="T78" fmla="*/ 2689 w 682"/>
                  <a:gd name="T79" fmla="*/ 2833 h 557"/>
                  <a:gd name="T80" fmla="*/ 2727 w 682"/>
                  <a:gd name="T81" fmla="*/ 2968 h 557"/>
                  <a:gd name="T82" fmla="*/ 2133 w 682"/>
                  <a:gd name="T83" fmla="*/ 3246 h 55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682" h="557">
                    <a:moveTo>
                      <a:pt x="435" y="556"/>
                    </a:moveTo>
                    <a:lnTo>
                      <a:pt x="481" y="464"/>
                    </a:lnTo>
                    <a:lnTo>
                      <a:pt x="473" y="449"/>
                    </a:lnTo>
                    <a:lnTo>
                      <a:pt x="486" y="451"/>
                    </a:lnTo>
                    <a:lnTo>
                      <a:pt x="495" y="441"/>
                    </a:lnTo>
                    <a:lnTo>
                      <a:pt x="500" y="413"/>
                    </a:lnTo>
                    <a:lnTo>
                      <a:pt x="500" y="371"/>
                    </a:lnTo>
                    <a:lnTo>
                      <a:pt x="309" y="287"/>
                    </a:lnTo>
                    <a:lnTo>
                      <a:pt x="296" y="308"/>
                    </a:lnTo>
                    <a:lnTo>
                      <a:pt x="282" y="346"/>
                    </a:lnTo>
                    <a:lnTo>
                      <a:pt x="396" y="557"/>
                    </a:lnTo>
                    <a:lnTo>
                      <a:pt x="303" y="556"/>
                    </a:lnTo>
                    <a:lnTo>
                      <a:pt x="304" y="536"/>
                    </a:lnTo>
                    <a:cubicBezTo>
                      <a:pt x="284" y="520"/>
                      <a:pt x="296" y="510"/>
                      <a:pt x="282" y="494"/>
                    </a:cubicBezTo>
                    <a:cubicBezTo>
                      <a:pt x="276" y="475"/>
                      <a:pt x="267" y="468"/>
                      <a:pt x="253" y="451"/>
                    </a:cubicBezTo>
                    <a:cubicBezTo>
                      <a:pt x="249" y="447"/>
                      <a:pt x="245" y="443"/>
                      <a:pt x="242" y="439"/>
                    </a:cubicBezTo>
                    <a:lnTo>
                      <a:pt x="237" y="432"/>
                    </a:lnTo>
                    <a:cubicBezTo>
                      <a:pt x="237" y="432"/>
                      <a:pt x="245" y="413"/>
                      <a:pt x="245" y="413"/>
                    </a:cubicBezTo>
                    <a:cubicBezTo>
                      <a:pt x="247" y="409"/>
                      <a:pt x="250" y="401"/>
                      <a:pt x="250" y="401"/>
                    </a:cubicBezTo>
                    <a:cubicBezTo>
                      <a:pt x="249" y="399"/>
                      <a:pt x="247" y="397"/>
                      <a:pt x="247" y="394"/>
                    </a:cubicBezTo>
                    <a:cubicBezTo>
                      <a:pt x="248" y="390"/>
                      <a:pt x="253" y="382"/>
                      <a:pt x="253" y="382"/>
                    </a:cubicBezTo>
                    <a:cubicBezTo>
                      <a:pt x="243" y="370"/>
                      <a:pt x="237" y="371"/>
                      <a:pt x="220" y="375"/>
                    </a:cubicBezTo>
                    <a:cubicBezTo>
                      <a:pt x="217" y="371"/>
                      <a:pt x="210" y="369"/>
                      <a:pt x="207" y="365"/>
                    </a:cubicBezTo>
                    <a:cubicBezTo>
                      <a:pt x="185" y="337"/>
                      <a:pt x="216" y="363"/>
                      <a:pt x="194" y="346"/>
                    </a:cubicBezTo>
                    <a:cubicBezTo>
                      <a:pt x="167" y="349"/>
                      <a:pt x="179" y="346"/>
                      <a:pt x="156" y="352"/>
                    </a:cubicBezTo>
                    <a:cubicBezTo>
                      <a:pt x="153" y="353"/>
                      <a:pt x="148" y="354"/>
                      <a:pt x="148" y="354"/>
                    </a:cubicBezTo>
                    <a:cubicBezTo>
                      <a:pt x="146" y="356"/>
                      <a:pt x="145" y="359"/>
                      <a:pt x="142" y="361"/>
                    </a:cubicBezTo>
                    <a:cubicBezTo>
                      <a:pt x="138" y="363"/>
                      <a:pt x="126" y="365"/>
                      <a:pt x="126" y="365"/>
                    </a:cubicBezTo>
                    <a:cubicBezTo>
                      <a:pt x="105" y="354"/>
                      <a:pt x="116" y="355"/>
                      <a:pt x="94" y="361"/>
                    </a:cubicBezTo>
                    <a:cubicBezTo>
                      <a:pt x="89" y="362"/>
                      <a:pt x="78" y="365"/>
                      <a:pt x="78" y="365"/>
                    </a:cubicBezTo>
                    <a:cubicBezTo>
                      <a:pt x="62" y="383"/>
                      <a:pt x="46" y="346"/>
                      <a:pt x="35" y="337"/>
                    </a:cubicBezTo>
                    <a:cubicBezTo>
                      <a:pt x="32" y="330"/>
                      <a:pt x="24" y="320"/>
                      <a:pt x="22" y="312"/>
                    </a:cubicBezTo>
                    <a:cubicBezTo>
                      <a:pt x="20" y="308"/>
                      <a:pt x="22" y="303"/>
                      <a:pt x="19" y="300"/>
                    </a:cubicBezTo>
                    <a:cubicBezTo>
                      <a:pt x="17" y="297"/>
                      <a:pt x="13" y="297"/>
                      <a:pt x="11" y="295"/>
                    </a:cubicBezTo>
                    <a:cubicBezTo>
                      <a:pt x="3" y="277"/>
                      <a:pt x="15" y="306"/>
                      <a:pt x="5" y="276"/>
                    </a:cubicBezTo>
                    <a:cubicBezTo>
                      <a:pt x="4" y="272"/>
                      <a:pt x="0" y="264"/>
                      <a:pt x="0" y="264"/>
                    </a:cubicBezTo>
                    <a:cubicBezTo>
                      <a:pt x="3" y="253"/>
                      <a:pt x="2" y="248"/>
                      <a:pt x="13" y="243"/>
                    </a:cubicBezTo>
                    <a:cubicBezTo>
                      <a:pt x="20" y="221"/>
                      <a:pt x="17" y="231"/>
                      <a:pt x="24" y="213"/>
                    </a:cubicBezTo>
                    <a:cubicBezTo>
                      <a:pt x="26" y="209"/>
                      <a:pt x="30" y="200"/>
                      <a:pt x="30" y="200"/>
                    </a:cubicBezTo>
                    <a:cubicBezTo>
                      <a:pt x="26" y="192"/>
                      <a:pt x="24" y="191"/>
                      <a:pt x="32" y="181"/>
                    </a:cubicBezTo>
                    <a:cubicBezTo>
                      <a:pt x="36" y="177"/>
                      <a:pt x="43" y="169"/>
                      <a:pt x="43" y="169"/>
                    </a:cubicBezTo>
                    <a:cubicBezTo>
                      <a:pt x="37" y="155"/>
                      <a:pt x="36" y="153"/>
                      <a:pt x="51" y="143"/>
                    </a:cubicBezTo>
                    <a:cubicBezTo>
                      <a:pt x="56" y="140"/>
                      <a:pt x="67" y="135"/>
                      <a:pt x="67" y="135"/>
                    </a:cubicBezTo>
                    <a:cubicBezTo>
                      <a:pt x="73" y="129"/>
                      <a:pt x="75" y="122"/>
                      <a:pt x="81" y="116"/>
                    </a:cubicBezTo>
                    <a:cubicBezTo>
                      <a:pt x="89" y="107"/>
                      <a:pt x="102" y="105"/>
                      <a:pt x="113" y="99"/>
                    </a:cubicBezTo>
                    <a:cubicBezTo>
                      <a:pt x="125" y="85"/>
                      <a:pt x="149" y="76"/>
                      <a:pt x="167" y="67"/>
                    </a:cubicBezTo>
                    <a:cubicBezTo>
                      <a:pt x="174" y="59"/>
                      <a:pt x="175" y="50"/>
                      <a:pt x="188" y="46"/>
                    </a:cubicBezTo>
                    <a:cubicBezTo>
                      <a:pt x="198" y="39"/>
                      <a:pt x="208" y="36"/>
                      <a:pt x="220" y="30"/>
                    </a:cubicBezTo>
                    <a:cubicBezTo>
                      <a:pt x="223" y="28"/>
                      <a:pt x="228" y="25"/>
                      <a:pt x="228" y="25"/>
                    </a:cubicBezTo>
                    <a:cubicBezTo>
                      <a:pt x="237" y="16"/>
                      <a:pt x="245" y="10"/>
                      <a:pt x="258" y="6"/>
                    </a:cubicBezTo>
                    <a:cubicBezTo>
                      <a:pt x="269" y="31"/>
                      <a:pt x="301" y="6"/>
                      <a:pt x="320" y="4"/>
                    </a:cubicBezTo>
                    <a:cubicBezTo>
                      <a:pt x="334" y="3"/>
                      <a:pt x="349" y="3"/>
                      <a:pt x="363" y="2"/>
                    </a:cubicBezTo>
                    <a:cubicBezTo>
                      <a:pt x="369" y="3"/>
                      <a:pt x="376" y="5"/>
                      <a:pt x="382" y="4"/>
                    </a:cubicBezTo>
                    <a:cubicBezTo>
                      <a:pt x="387" y="4"/>
                      <a:pt x="398" y="0"/>
                      <a:pt x="398" y="0"/>
                    </a:cubicBezTo>
                    <a:cubicBezTo>
                      <a:pt x="415" y="8"/>
                      <a:pt x="406" y="16"/>
                      <a:pt x="400" y="30"/>
                    </a:cubicBezTo>
                    <a:cubicBezTo>
                      <a:pt x="398" y="34"/>
                      <a:pt x="384" y="34"/>
                      <a:pt x="384" y="34"/>
                    </a:cubicBezTo>
                    <a:cubicBezTo>
                      <a:pt x="379" y="47"/>
                      <a:pt x="398" y="51"/>
                      <a:pt x="411" y="55"/>
                    </a:cubicBezTo>
                    <a:cubicBezTo>
                      <a:pt x="419" y="72"/>
                      <a:pt x="421" y="79"/>
                      <a:pt x="443" y="84"/>
                    </a:cubicBezTo>
                    <a:cubicBezTo>
                      <a:pt x="461" y="71"/>
                      <a:pt x="435" y="65"/>
                      <a:pt x="468" y="57"/>
                    </a:cubicBezTo>
                    <a:cubicBezTo>
                      <a:pt x="482" y="61"/>
                      <a:pt x="485" y="70"/>
                      <a:pt x="497" y="74"/>
                    </a:cubicBezTo>
                    <a:cubicBezTo>
                      <a:pt x="505" y="76"/>
                      <a:pt x="513" y="78"/>
                      <a:pt x="521" y="80"/>
                    </a:cubicBezTo>
                    <a:cubicBezTo>
                      <a:pt x="524" y="81"/>
                      <a:pt x="529" y="82"/>
                      <a:pt x="529" y="82"/>
                    </a:cubicBezTo>
                    <a:cubicBezTo>
                      <a:pt x="547" y="78"/>
                      <a:pt x="547" y="76"/>
                      <a:pt x="562" y="84"/>
                    </a:cubicBezTo>
                    <a:cubicBezTo>
                      <a:pt x="566" y="95"/>
                      <a:pt x="565" y="86"/>
                      <a:pt x="559" y="97"/>
                    </a:cubicBezTo>
                    <a:cubicBezTo>
                      <a:pt x="557" y="101"/>
                      <a:pt x="554" y="110"/>
                      <a:pt x="554" y="110"/>
                    </a:cubicBezTo>
                    <a:cubicBezTo>
                      <a:pt x="556" y="132"/>
                      <a:pt x="556" y="168"/>
                      <a:pt x="572" y="188"/>
                    </a:cubicBezTo>
                    <a:cubicBezTo>
                      <a:pt x="568" y="198"/>
                      <a:pt x="564" y="208"/>
                      <a:pt x="562" y="219"/>
                    </a:cubicBezTo>
                    <a:cubicBezTo>
                      <a:pt x="564" y="227"/>
                      <a:pt x="569" y="233"/>
                      <a:pt x="572" y="240"/>
                    </a:cubicBezTo>
                    <a:cubicBezTo>
                      <a:pt x="573" y="247"/>
                      <a:pt x="572" y="254"/>
                      <a:pt x="575" y="259"/>
                    </a:cubicBezTo>
                    <a:cubicBezTo>
                      <a:pt x="577" y="263"/>
                      <a:pt x="595" y="272"/>
                      <a:pt x="599" y="283"/>
                    </a:cubicBezTo>
                    <a:cubicBezTo>
                      <a:pt x="594" y="295"/>
                      <a:pt x="603" y="306"/>
                      <a:pt x="618" y="310"/>
                    </a:cubicBezTo>
                    <a:cubicBezTo>
                      <a:pt x="630" y="307"/>
                      <a:pt x="638" y="308"/>
                      <a:pt x="645" y="300"/>
                    </a:cubicBezTo>
                    <a:cubicBezTo>
                      <a:pt x="660" y="302"/>
                      <a:pt x="663" y="303"/>
                      <a:pt x="672" y="293"/>
                    </a:cubicBezTo>
                    <a:cubicBezTo>
                      <a:pt x="675" y="294"/>
                      <a:pt x="679" y="293"/>
                      <a:pt x="680" y="295"/>
                    </a:cubicBezTo>
                    <a:cubicBezTo>
                      <a:pt x="682" y="301"/>
                      <a:pt x="674" y="321"/>
                      <a:pt x="672" y="327"/>
                    </a:cubicBezTo>
                    <a:cubicBezTo>
                      <a:pt x="668" y="340"/>
                      <a:pt x="671" y="326"/>
                      <a:pt x="664" y="340"/>
                    </a:cubicBezTo>
                    <a:cubicBezTo>
                      <a:pt x="652" y="360"/>
                      <a:pt x="646" y="381"/>
                      <a:pt x="621" y="394"/>
                    </a:cubicBezTo>
                    <a:cubicBezTo>
                      <a:pt x="614" y="402"/>
                      <a:pt x="609" y="402"/>
                      <a:pt x="599" y="407"/>
                    </a:cubicBezTo>
                    <a:cubicBezTo>
                      <a:pt x="590" y="418"/>
                      <a:pt x="579" y="429"/>
                      <a:pt x="567" y="439"/>
                    </a:cubicBezTo>
                    <a:cubicBezTo>
                      <a:pt x="560" y="454"/>
                      <a:pt x="555" y="470"/>
                      <a:pt x="548" y="485"/>
                    </a:cubicBezTo>
                    <a:cubicBezTo>
                      <a:pt x="549" y="489"/>
                      <a:pt x="550" y="492"/>
                      <a:pt x="551" y="496"/>
                    </a:cubicBezTo>
                    <a:cubicBezTo>
                      <a:pt x="552" y="500"/>
                      <a:pt x="556" y="508"/>
                      <a:pt x="556" y="508"/>
                    </a:cubicBezTo>
                    <a:cubicBezTo>
                      <a:pt x="559" y="524"/>
                      <a:pt x="562" y="546"/>
                      <a:pt x="576" y="557"/>
                    </a:cubicBezTo>
                    <a:lnTo>
                      <a:pt x="435" y="55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1" name="Freeform 53"/>
              <p:cNvSpPr>
                <a:spLocks/>
              </p:cNvSpPr>
              <p:nvPr userDrawn="1"/>
            </p:nvSpPr>
            <p:spPr bwMode="ltGray">
              <a:xfrm>
                <a:off x="727" y="495"/>
                <a:ext cx="382" cy="540"/>
              </a:xfrm>
              <a:custGeom>
                <a:avLst/>
                <a:gdLst>
                  <a:gd name="T0" fmla="*/ 1186 w 257"/>
                  <a:gd name="T1" fmla="*/ 2034 h 347"/>
                  <a:gd name="T2" fmla="*/ 1136 w 257"/>
                  <a:gd name="T3" fmla="*/ 1763 h 347"/>
                  <a:gd name="T4" fmla="*/ 1060 w 257"/>
                  <a:gd name="T5" fmla="*/ 1688 h 347"/>
                  <a:gd name="T6" fmla="*/ 1052 w 257"/>
                  <a:gd name="T7" fmla="*/ 1580 h 347"/>
                  <a:gd name="T8" fmla="*/ 1021 w 257"/>
                  <a:gd name="T9" fmla="*/ 1489 h 347"/>
                  <a:gd name="T10" fmla="*/ 1021 w 257"/>
                  <a:gd name="T11" fmla="*/ 1341 h 347"/>
                  <a:gd name="T12" fmla="*/ 1012 w 257"/>
                  <a:gd name="T13" fmla="*/ 1254 h 347"/>
                  <a:gd name="T14" fmla="*/ 1113 w 257"/>
                  <a:gd name="T15" fmla="*/ 1184 h 347"/>
                  <a:gd name="T16" fmla="*/ 1255 w 257"/>
                  <a:gd name="T17" fmla="*/ 1158 h 347"/>
                  <a:gd name="T18" fmla="*/ 1255 w 257"/>
                  <a:gd name="T19" fmla="*/ 800 h 347"/>
                  <a:gd name="T20" fmla="*/ 263 w 257"/>
                  <a:gd name="T21" fmla="*/ 562 h 347"/>
                  <a:gd name="T22" fmla="*/ 158 w 257"/>
                  <a:gd name="T23" fmla="*/ 576 h 347"/>
                  <a:gd name="T24" fmla="*/ 80 w 257"/>
                  <a:gd name="T25" fmla="*/ 598 h 347"/>
                  <a:gd name="T26" fmla="*/ 0 w 257"/>
                  <a:gd name="T27" fmla="*/ 875 h 347"/>
                  <a:gd name="T28" fmla="*/ 453 w 257"/>
                  <a:gd name="T29" fmla="*/ 2028 h 347"/>
                  <a:gd name="T30" fmla="*/ 1186 w 257"/>
                  <a:gd name="T31" fmla="*/ 2034 h 34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57" h="347">
                    <a:moveTo>
                      <a:pt x="243" y="347"/>
                    </a:moveTo>
                    <a:lnTo>
                      <a:pt x="233" y="301"/>
                    </a:lnTo>
                    <a:lnTo>
                      <a:pt x="217" y="288"/>
                    </a:lnTo>
                    <a:lnTo>
                      <a:pt x="215" y="269"/>
                    </a:lnTo>
                    <a:lnTo>
                      <a:pt x="209" y="254"/>
                    </a:lnTo>
                    <a:lnTo>
                      <a:pt x="209" y="229"/>
                    </a:lnTo>
                    <a:lnTo>
                      <a:pt x="207" y="214"/>
                    </a:lnTo>
                    <a:lnTo>
                      <a:pt x="228" y="202"/>
                    </a:lnTo>
                    <a:lnTo>
                      <a:pt x="257" y="197"/>
                    </a:lnTo>
                    <a:lnTo>
                      <a:pt x="257" y="136"/>
                    </a:lnTo>
                    <a:cubicBezTo>
                      <a:pt x="209" y="119"/>
                      <a:pt x="13" y="0"/>
                      <a:pt x="54" y="96"/>
                    </a:cubicBezTo>
                    <a:cubicBezTo>
                      <a:pt x="36" y="106"/>
                      <a:pt x="57" y="97"/>
                      <a:pt x="32" y="98"/>
                    </a:cubicBezTo>
                    <a:cubicBezTo>
                      <a:pt x="27" y="99"/>
                      <a:pt x="16" y="102"/>
                      <a:pt x="16" y="102"/>
                    </a:cubicBezTo>
                    <a:lnTo>
                      <a:pt x="0" y="149"/>
                    </a:lnTo>
                    <a:lnTo>
                      <a:pt x="93" y="346"/>
                    </a:lnTo>
                    <a:lnTo>
                      <a:pt x="243" y="34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2" name="Freeform 54"/>
              <p:cNvSpPr>
                <a:spLocks/>
              </p:cNvSpPr>
              <p:nvPr userDrawn="1"/>
            </p:nvSpPr>
            <p:spPr bwMode="ltGray">
              <a:xfrm>
                <a:off x="1400" y="896"/>
                <a:ext cx="16" cy="29"/>
              </a:xfrm>
              <a:custGeom>
                <a:avLst/>
                <a:gdLst>
                  <a:gd name="T0" fmla="*/ 3 w 19"/>
                  <a:gd name="T1" fmla="*/ 10 h 37"/>
                  <a:gd name="T2" fmla="*/ 9 w 19"/>
                  <a:gd name="T3" fmla="*/ 8 h 37"/>
                  <a:gd name="T4" fmla="*/ 3 w 19"/>
                  <a:gd name="T5" fmla="*/ 10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37">
                    <a:moveTo>
                      <a:pt x="7" y="25"/>
                    </a:moveTo>
                    <a:cubicBezTo>
                      <a:pt x="0" y="4"/>
                      <a:pt x="12" y="0"/>
                      <a:pt x="19" y="21"/>
                    </a:cubicBezTo>
                    <a:cubicBezTo>
                      <a:pt x="14" y="37"/>
                      <a:pt x="18" y="36"/>
                      <a:pt x="7" y="25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3" name="Freeform 55"/>
              <p:cNvSpPr>
                <a:spLocks/>
              </p:cNvSpPr>
              <p:nvPr userDrawn="1"/>
            </p:nvSpPr>
            <p:spPr bwMode="ltGray">
              <a:xfrm>
                <a:off x="1379" y="617"/>
                <a:ext cx="21" cy="17"/>
              </a:xfrm>
              <a:custGeom>
                <a:avLst/>
                <a:gdLst>
                  <a:gd name="T0" fmla="*/ 11 w 22"/>
                  <a:gd name="T1" fmla="*/ 7 h 20"/>
                  <a:gd name="T2" fmla="*/ 12 w 22"/>
                  <a:gd name="T3" fmla="*/ 0 h 20"/>
                  <a:gd name="T4" fmla="*/ 16 w 22"/>
                  <a:gd name="T5" fmla="*/ 7 h 20"/>
                  <a:gd name="T6" fmla="*/ 8 w 22"/>
                  <a:gd name="T7" fmla="*/ 10 h 20"/>
                  <a:gd name="T8" fmla="*/ 11 w 22"/>
                  <a:gd name="T9" fmla="*/ 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20">
                    <a:moveTo>
                      <a:pt x="12" y="12"/>
                    </a:moveTo>
                    <a:cubicBezTo>
                      <a:pt x="13" y="8"/>
                      <a:pt x="12" y="0"/>
                      <a:pt x="16" y="0"/>
                    </a:cubicBezTo>
                    <a:cubicBezTo>
                      <a:pt x="20" y="0"/>
                      <a:pt x="22" y="8"/>
                      <a:pt x="20" y="12"/>
                    </a:cubicBezTo>
                    <a:cubicBezTo>
                      <a:pt x="18" y="16"/>
                      <a:pt x="12" y="17"/>
                      <a:pt x="8" y="20"/>
                    </a:cubicBezTo>
                    <a:cubicBezTo>
                      <a:pt x="3" y="5"/>
                      <a:pt x="0" y="6"/>
                      <a:pt x="12" y="1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4" name="Freeform 56"/>
              <p:cNvSpPr>
                <a:spLocks/>
              </p:cNvSpPr>
              <p:nvPr userDrawn="1"/>
            </p:nvSpPr>
            <p:spPr bwMode="ltGray">
              <a:xfrm>
                <a:off x="453" y="275"/>
                <a:ext cx="58" cy="24"/>
              </a:xfrm>
              <a:custGeom>
                <a:avLst/>
                <a:gdLst>
                  <a:gd name="T0" fmla="*/ 24 w 57"/>
                  <a:gd name="T1" fmla="*/ 7 h 30"/>
                  <a:gd name="T2" fmla="*/ 36 w 57"/>
                  <a:gd name="T3" fmla="*/ 2 h 30"/>
                  <a:gd name="T4" fmla="*/ 40 w 57"/>
                  <a:gd name="T5" fmla="*/ 12 h 30"/>
                  <a:gd name="T6" fmla="*/ 24 w 57"/>
                  <a:gd name="T7" fmla="*/ 7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" h="30">
                    <a:moveTo>
                      <a:pt x="24" y="18"/>
                    </a:moveTo>
                    <a:cubicBezTo>
                      <a:pt x="0" y="10"/>
                      <a:pt x="9" y="0"/>
                      <a:pt x="32" y="6"/>
                    </a:cubicBezTo>
                    <a:cubicBezTo>
                      <a:pt x="46" y="15"/>
                      <a:pt x="57" y="23"/>
                      <a:pt x="36" y="30"/>
                    </a:cubicBezTo>
                    <a:cubicBezTo>
                      <a:pt x="21" y="25"/>
                      <a:pt x="24" y="30"/>
                      <a:pt x="24" y="1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5" name="Freeform 57"/>
              <p:cNvSpPr>
                <a:spLocks/>
              </p:cNvSpPr>
              <p:nvPr userDrawn="1"/>
            </p:nvSpPr>
            <p:spPr bwMode="ltGray">
              <a:xfrm>
                <a:off x="1161" y="50"/>
                <a:ext cx="691" cy="569"/>
              </a:xfrm>
              <a:custGeom>
                <a:avLst/>
                <a:gdLst>
                  <a:gd name="T0" fmla="*/ 469 w 693"/>
                  <a:gd name="T1" fmla="*/ 207 h 696"/>
                  <a:gd name="T2" fmla="*/ 389 w 693"/>
                  <a:gd name="T3" fmla="*/ 202 h 696"/>
                  <a:gd name="T4" fmla="*/ 321 w 693"/>
                  <a:gd name="T5" fmla="*/ 185 h 696"/>
                  <a:gd name="T6" fmla="*/ 261 w 693"/>
                  <a:gd name="T7" fmla="*/ 178 h 696"/>
                  <a:gd name="T8" fmla="*/ 233 w 693"/>
                  <a:gd name="T9" fmla="*/ 186 h 696"/>
                  <a:gd name="T10" fmla="*/ 257 w 693"/>
                  <a:gd name="T11" fmla="*/ 191 h 696"/>
                  <a:gd name="T12" fmla="*/ 289 w 693"/>
                  <a:gd name="T13" fmla="*/ 209 h 696"/>
                  <a:gd name="T14" fmla="*/ 317 w 693"/>
                  <a:gd name="T15" fmla="*/ 213 h 696"/>
                  <a:gd name="T16" fmla="*/ 329 w 693"/>
                  <a:gd name="T17" fmla="*/ 240 h 696"/>
                  <a:gd name="T18" fmla="*/ 309 w 693"/>
                  <a:gd name="T19" fmla="*/ 247 h 696"/>
                  <a:gd name="T20" fmla="*/ 257 w 693"/>
                  <a:gd name="T21" fmla="*/ 276 h 696"/>
                  <a:gd name="T22" fmla="*/ 221 w 693"/>
                  <a:gd name="T23" fmla="*/ 280 h 696"/>
                  <a:gd name="T24" fmla="*/ 97 w 693"/>
                  <a:gd name="T25" fmla="*/ 311 h 696"/>
                  <a:gd name="T26" fmla="*/ 77 w 693"/>
                  <a:gd name="T27" fmla="*/ 276 h 696"/>
                  <a:gd name="T28" fmla="*/ 45 w 693"/>
                  <a:gd name="T29" fmla="*/ 234 h 696"/>
                  <a:gd name="T30" fmla="*/ 33 w 693"/>
                  <a:gd name="T31" fmla="*/ 199 h 696"/>
                  <a:gd name="T32" fmla="*/ 53 w 693"/>
                  <a:gd name="T33" fmla="*/ 154 h 696"/>
                  <a:gd name="T34" fmla="*/ 17 w 693"/>
                  <a:gd name="T35" fmla="*/ 175 h 696"/>
                  <a:gd name="T36" fmla="*/ 81 w 693"/>
                  <a:gd name="T37" fmla="*/ 125 h 696"/>
                  <a:gd name="T38" fmla="*/ 113 w 693"/>
                  <a:gd name="T39" fmla="*/ 92 h 696"/>
                  <a:gd name="T40" fmla="*/ 37 w 693"/>
                  <a:gd name="T41" fmla="*/ 92 h 696"/>
                  <a:gd name="T42" fmla="*/ 1 w 693"/>
                  <a:gd name="T43" fmla="*/ 87 h 696"/>
                  <a:gd name="T44" fmla="*/ 25 w 693"/>
                  <a:gd name="T45" fmla="*/ 62 h 696"/>
                  <a:gd name="T46" fmla="*/ 97 w 693"/>
                  <a:gd name="T47" fmla="*/ 50 h 696"/>
                  <a:gd name="T48" fmla="*/ 217 w 693"/>
                  <a:gd name="T49" fmla="*/ 56 h 696"/>
                  <a:gd name="T50" fmla="*/ 225 w 693"/>
                  <a:gd name="T51" fmla="*/ 29 h 696"/>
                  <a:gd name="T52" fmla="*/ 257 w 693"/>
                  <a:gd name="T53" fmla="*/ 0 h 696"/>
                  <a:gd name="T54" fmla="*/ 353 w 693"/>
                  <a:gd name="T55" fmla="*/ 20 h 696"/>
                  <a:gd name="T56" fmla="*/ 325 w 693"/>
                  <a:gd name="T57" fmla="*/ 39 h 696"/>
                  <a:gd name="T58" fmla="*/ 297 w 693"/>
                  <a:gd name="T59" fmla="*/ 78 h 696"/>
                  <a:gd name="T60" fmla="*/ 357 w 693"/>
                  <a:gd name="T61" fmla="*/ 86 h 696"/>
                  <a:gd name="T62" fmla="*/ 369 w 693"/>
                  <a:gd name="T63" fmla="*/ 60 h 696"/>
                  <a:gd name="T64" fmla="*/ 413 w 693"/>
                  <a:gd name="T65" fmla="*/ 41 h 696"/>
                  <a:gd name="T66" fmla="*/ 493 w 693"/>
                  <a:gd name="T67" fmla="*/ 39 h 696"/>
                  <a:gd name="T68" fmla="*/ 521 w 693"/>
                  <a:gd name="T69" fmla="*/ 24 h 696"/>
                  <a:gd name="T70" fmla="*/ 533 w 693"/>
                  <a:gd name="T71" fmla="*/ 205 h 69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3" h="696">
                    <a:moveTo>
                      <a:pt x="541" y="460"/>
                    </a:moveTo>
                    <a:lnTo>
                      <a:pt x="473" y="464"/>
                    </a:lnTo>
                    <a:lnTo>
                      <a:pt x="441" y="452"/>
                    </a:lnTo>
                    <a:lnTo>
                      <a:pt x="393" y="452"/>
                    </a:lnTo>
                    <a:cubicBezTo>
                      <a:pt x="365" y="448"/>
                      <a:pt x="360" y="444"/>
                      <a:pt x="337" y="436"/>
                    </a:cubicBezTo>
                    <a:cubicBezTo>
                      <a:pt x="336" y="432"/>
                      <a:pt x="330" y="413"/>
                      <a:pt x="325" y="412"/>
                    </a:cubicBezTo>
                    <a:cubicBezTo>
                      <a:pt x="317" y="411"/>
                      <a:pt x="301" y="420"/>
                      <a:pt x="301" y="420"/>
                    </a:cubicBezTo>
                    <a:cubicBezTo>
                      <a:pt x="289" y="412"/>
                      <a:pt x="277" y="408"/>
                      <a:pt x="265" y="400"/>
                    </a:cubicBezTo>
                    <a:cubicBezTo>
                      <a:pt x="252" y="380"/>
                      <a:pt x="256" y="356"/>
                      <a:pt x="233" y="348"/>
                    </a:cubicBezTo>
                    <a:cubicBezTo>
                      <a:pt x="217" y="372"/>
                      <a:pt x="221" y="392"/>
                      <a:pt x="237" y="416"/>
                    </a:cubicBezTo>
                    <a:cubicBezTo>
                      <a:pt x="234" y="428"/>
                      <a:pt x="228" y="445"/>
                      <a:pt x="237" y="444"/>
                    </a:cubicBezTo>
                    <a:cubicBezTo>
                      <a:pt x="247" y="443"/>
                      <a:pt x="261" y="428"/>
                      <a:pt x="261" y="428"/>
                    </a:cubicBezTo>
                    <a:cubicBezTo>
                      <a:pt x="258" y="450"/>
                      <a:pt x="243" y="475"/>
                      <a:pt x="269" y="484"/>
                    </a:cubicBezTo>
                    <a:cubicBezTo>
                      <a:pt x="277" y="479"/>
                      <a:pt x="288" y="476"/>
                      <a:pt x="293" y="468"/>
                    </a:cubicBezTo>
                    <a:cubicBezTo>
                      <a:pt x="302" y="454"/>
                      <a:pt x="303" y="446"/>
                      <a:pt x="317" y="436"/>
                    </a:cubicBezTo>
                    <a:cubicBezTo>
                      <a:pt x="315" y="448"/>
                      <a:pt x="306" y="467"/>
                      <a:pt x="321" y="476"/>
                    </a:cubicBezTo>
                    <a:cubicBezTo>
                      <a:pt x="328" y="480"/>
                      <a:pt x="345" y="484"/>
                      <a:pt x="345" y="484"/>
                    </a:cubicBezTo>
                    <a:cubicBezTo>
                      <a:pt x="382" y="472"/>
                      <a:pt x="347" y="527"/>
                      <a:pt x="333" y="536"/>
                    </a:cubicBezTo>
                    <a:cubicBezTo>
                      <a:pt x="330" y="540"/>
                      <a:pt x="329" y="545"/>
                      <a:pt x="325" y="548"/>
                    </a:cubicBezTo>
                    <a:cubicBezTo>
                      <a:pt x="322" y="551"/>
                      <a:pt x="316" y="549"/>
                      <a:pt x="313" y="552"/>
                    </a:cubicBezTo>
                    <a:cubicBezTo>
                      <a:pt x="300" y="565"/>
                      <a:pt x="320" y="575"/>
                      <a:pt x="293" y="584"/>
                    </a:cubicBezTo>
                    <a:cubicBezTo>
                      <a:pt x="286" y="595"/>
                      <a:pt x="272" y="610"/>
                      <a:pt x="261" y="616"/>
                    </a:cubicBezTo>
                    <a:cubicBezTo>
                      <a:pt x="254" y="620"/>
                      <a:pt x="245" y="621"/>
                      <a:pt x="237" y="624"/>
                    </a:cubicBezTo>
                    <a:cubicBezTo>
                      <a:pt x="233" y="625"/>
                      <a:pt x="225" y="628"/>
                      <a:pt x="225" y="628"/>
                    </a:cubicBezTo>
                    <a:cubicBezTo>
                      <a:pt x="215" y="659"/>
                      <a:pt x="212" y="652"/>
                      <a:pt x="173" y="656"/>
                    </a:cubicBezTo>
                    <a:cubicBezTo>
                      <a:pt x="140" y="667"/>
                      <a:pt x="132" y="687"/>
                      <a:pt x="97" y="696"/>
                    </a:cubicBezTo>
                    <a:cubicBezTo>
                      <a:pt x="77" y="691"/>
                      <a:pt x="75" y="687"/>
                      <a:pt x="81" y="668"/>
                    </a:cubicBezTo>
                    <a:cubicBezTo>
                      <a:pt x="77" y="646"/>
                      <a:pt x="72" y="639"/>
                      <a:pt x="77" y="616"/>
                    </a:cubicBezTo>
                    <a:cubicBezTo>
                      <a:pt x="73" y="598"/>
                      <a:pt x="71" y="587"/>
                      <a:pt x="61" y="572"/>
                    </a:cubicBezTo>
                    <a:cubicBezTo>
                      <a:pt x="58" y="551"/>
                      <a:pt x="51" y="543"/>
                      <a:pt x="45" y="524"/>
                    </a:cubicBezTo>
                    <a:cubicBezTo>
                      <a:pt x="52" y="502"/>
                      <a:pt x="58" y="496"/>
                      <a:pt x="49" y="472"/>
                    </a:cubicBezTo>
                    <a:cubicBezTo>
                      <a:pt x="46" y="463"/>
                      <a:pt x="33" y="448"/>
                      <a:pt x="33" y="448"/>
                    </a:cubicBezTo>
                    <a:cubicBezTo>
                      <a:pt x="42" y="422"/>
                      <a:pt x="42" y="408"/>
                      <a:pt x="33" y="380"/>
                    </a:cubicBezTo>
                    <a:cubicBezTo>
                      <a:pt x="49" y="369"/>
                      <a:pt x="48" y="362"/>
                      <a:pt x="53" y="344"/>
                    </a:cubicBezTo>
                    <a:cubicBezTo>
                      <a:pt x="47" y="327"/>
                      <a:pt x="49" y="308"/>
                      <a:pt x="33" y="332"/>
                    </a:cubicBezTo>
                    <a:cubicBezTo>
                      <a:pt x="40" y="353"/>
                      <a:pt x="29" y="374"/>
                      <a:pt x="17" y="392"/>
                    </a:cubicBezTo>
                    <a:cubicBezTo>
                      <a:pt x="6" y="360"/>
                      <a:pt x="10" y="340"/>
                      <a:pt x="13" y="304"/>
                    </a:cubicBezTo>
                    <a:cubicBezTo>
                      <a:pt x="44" y="314"/>
                      <a:pt x="54" y="289"/>
                      <a:pt x="81" y="280"/>
                    </a:cubicBezTo>
                    <a:cubicBezTo>
                      <a:pt x="94" y="261"/>
                      <a:pt x="85" y="242"/>
                      <a:pt x="105" y="228"/>
                    </a:cubicBezTo>
                    <a:cubicBezTo>
                      <a:pt x="108" y="220"/>
                      <a:pt x="110" y="212"/>
                      <a:pt x="113" y="204"/>
                    </a:cubicBezTo>
                    <a:cubicBezTo>
                      <a:pt x="116" y="196"/>
                      <a:pt x="89" y="196"/>
                      <a:pt x="89" y="196"/>
                    </a:cubicBezTo>
                    <a:cubicBezTo>
                      <a:pt x="81" y="221"/>
                      <a:pt x="58" y="211"/>
                      <a:pt x="37" y="204"/>
                    </a:cubicBezTo>
                    <a:cubicBezTo>
                      <a:pt x="33" y="207"/>
                      <a:pt x="30" y="213"/>
                      <a:pt x="25" y="212"/>
                    </a:cubicBezTo>
                    <a:cubicBezTo>
                      <a:pt x="16" y="210"/>
                      <a:pt x="1" y="196"/>
                      <a:pt x="1" y="196"/>
                    </a:cubicBezTo>
                    <a:cubicBezTo>
                      <a:pt x="4" y="186"/>
                      <a:pt x="4" y="174"/>
                      <a:pt x="9" y="164"/>
                    </a:cubicBezTo>
                    <a:cubicBezTo>
                      <a:pt x="13" y="155"/>
                      <a:pt x="25" y="140"/>
                      <a:pt x="25" y="140"/>
                    </a:cubicBezTo>
                    <a:cubicBezTo>
                      <a:pt x="0" y="132"/>
                      <a:pt x="25" y="128"/>
                      <a:pt x="37" y="124"/>
                    </a:cubicBezTo>
                    <a:cubicBezTo>
                      <a:pt x="58" y="131"/>
                      <a:pt x="75" y="116"/>
                      <a:pt x="97" y="112"/>
                    </a:cubicBezTo>
                    <a:cubicBezTo>
                      <a:pt x="135" y="87"/>
                      <a:pt x="159" y="122"/>
                      <a:pt x="197" y="132"/>
                    </a:cubicBezTo>
                    <a:cubicBezTo>
                      <a:pt x="205" y="129"/>
                      <a:pt x="213" y="127"/>
                      <a:pt x="221" y="124"/>
                    </a:cubicBezTo>
                    <a:cubicBezTo>
                      <a:pt x="225" y="123"/>
                      <a:pt x="226" y="147"/>
                      <a:pt x="233" y="120"/>
                    </a:cubicBezTo>
                    <a:lnTo>
                      <a:pt x="229" y="64"/>
                    </a:lnTo>
                    <a:lnTo>
                      <a:pt x="209" y="40"/>
                    </a:lnTo>
                    <a:cubicBezTo>
                      <a:pt x="243" y="21"/>
                      <a:pt x="240" y="21"/>
                      <a:pt x="261" y="0"/>
                    </a:cubicBezTo>
                    <a:cubicBezTo>
                      <a:pt x="297" y="16"/>
                      <a:pt x="333" y="32"/>
                      <a:pt x="369" y="48"/>
                    </a:cubicBezTo>
                    <a:cubicBezTo>
                      <a:pt x="373" y="50"/>
                      <a:pt x="361" y="44"/>
                      <a:pt x="357" y="44"/>
                    </a:cubicBezTo>
                    <a:cubicBezTo>
                      <a:pt x="349" y="45"/>
                      <a:pt x="333" y="52"/>
                      <a:pt x="333" y="52"/>
                    </a:cubicBezTo>
                    <a:cubicBezTo>
                      <a:pt x="322" y="68"/>
                      <a:pt x="318" y="71"/>
                      <a:pt x="329" y="88"/>
                    </a:cubicBezTo>
                    <a:cubicBezTo>
                      <a:pt x="308" y="119"/>
                      <a:pt x="323" y="118"/>
                      <a:pt x="333" y="148"/>
                    </a:cubicBezTo>
                    <a:cubicBezTo>
                      <a:pt x="320" y="157"/>
                      <a:pt x="314" y="167"/>
                      <a:pt x="301" y="176"/>
                    </a:cubicBezTo>
                    <a:cubicBezTo>
                      <a:pt x="306" y="213"/>
                      <a:pt x="303" y="213"/>
                      <a:pt x="337" y="220"/>
                    </a:cubicBezTo>
                    <a:cubicBezTo>
                      <a:pt x="358" y="216"/>
                      <a:pt x="368" y="214"/>
                      <a:pt x="361" y="192"/>
                    </a:cubicBezTo>
                    <a:cubicBezTo>
                      <a:pt x="362" y="177"/>
                      <a:pt x="362" y="162"/>
                      <a:pt x="365" y="148"/>
                    </a:cubicBezTo>
                    <a:cubicBezTo>
                      <a:pt x="366" y="143"/>
                      <a:pt x="369" y="133"/>
                      <a:pt x="373" y="136"/>
                    </a:cubicBezTo>
                    <a:cubicBezTo>
                      <a:pt x="379" y="140"/>
                      <a:pt x="376" y="149"/>
                      <a:pt x="377" y="156"/>
                    </a:cubicBezTo>
                    <a:cubicBezTo>
                      <a:pt x="404" y="147"/>
                      <a:pt x="409" y="116"/>
                      <a:pt x="417" y="92"/>
                    </a:cubicBezTo>
                    <a:cubicBezTo>
                      <a:pt x="422" y="76"/>
                      <a:pt x="453" y="74"/>
                      <a:pt x="465" y="72"/>
                    </a:cubicBezTo>
                    <a:cubicBezTo>
                      <a:pt x="472" y="92"/>
                      <a:pt x="477" y="93"/>
                      <a:pt x="497" y="88"/>
                    </a:cubicBezTo>
                    <a:cubicBezTo>
                      <a:pt x="512" y="78"/>
                      <a:pt x="515" y="74"/>
                      <a:pt x="509" y="56"/>
                    </a:cubicBezTo>
                    <a:cubicBezTo>
                      <a:pt x="523" y="46"/>
                      <a:pt x="517" y="46"/>
                      <a:pt x="529" y="52"/>
                    </a:cubicBezTo>
                    <a:lnTo>
                      <a:pt x="693" y="72"/>
                    </a:lnTo>
                    <a:lnTo>
                      <a:pt x="541" y="46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6" name="Freeform 58"/>
              <p:cNvSpPr>
                <a:spLocks/>
              </p:cNvSpPr>
              <p:nvPr userDrawn="1"/>
            </p:nvSpPr>
            <p:spPr bwMode="ltGray">
              <a:xfrm>
                <a:off x="689" y="6"/>
                <a:ext cx="1386" cy="232"/>
              </a:xfrm>
              <a:custGeom>
                <a:avLst/>
                <a:gdLst>
                  <a:gd name="T0" fmla="*/ 4051 w 931"/>
                  <a:gd name="T1" fmla="*/ 0 h 149"/>
                  <a:gd name="T2" fmla="*/ 703 w 931"/>
                  <a:gd name="T3" fmla="*/ 170 h 149"/>
                  <a:gd name="T4" fmla="*/ 445 w 931"/>
                  <a:gd name="T5" fmla="*/ 244 h 149"/>
                  <a:gd name="T6" fmla="*/ 304 w 931"/>
                  <a:gd name="T7" fmla="*/ 244 h 149"/>
                  <a:gd name="T8" fmla="*/ 109 w 931"/>
                  <a:gd name="T9" fmla="*/ 453 h 149"/>
                  <a:gd name="T10" fmla="*/ 0 w 931"/>
                  <a:gd name="T11" fmla="*/ 615 h 149"/>
                  <a:gd name="T12" fmla="*/ 290 w 931"/>
                  <a:gd name="T13" fmla="*/ 676 h 149"/>
                  <a:gd name="T14" fmla="*/ 475 w 931"/>
                  <a:gd name="T15" fmla="*/ 562 h 149"/>
                  <a:gd name="T16" fmla="*/ 531 w 931"/>
                  <a:gd name="T17" fmla="*/ 495 h 149"/>
                  <a:gd name="T18" fmla="*/ 822 w 931"/>
                  <a:gd name="T19" fmla="*/ 305 h 149"/>
                  <a:gd name="T20" fmla="*/ 1056 w 931"/>
                  <a:gd name="T21" fmla="*/ 271 h 149"/>
                  <a:gd name="T22" fmla="*/ 1166 w 931"/>
                  <a:gd name="T23" fmla="*/ 550 h 149"/>
                  <a:gd name="T24" fmla="*/ 924 w 931"/>
                  <a:gd name="T25" fmla="*/ 643 h 149"/>
                  <a:gd name="T26" fmla="*/ 1134 w 931"/>
                  <a:gd name="T27" fmla="*/ 665 h 149"/>
                  <a:gd name="T28" fmla="*/ 1228 w 931"/>
                  <a:gd name="T29" fmla="*/ 528 h 149"/>
                  <a:gd name="T30" fmla="*/ 1307 w 931"/>
                  <a:gd name="T31" fmla="*/ 540 h 149"/>
                  <a:gd name="T32" fmla="*/ 1243 w 931"/>
                  <a:gd name="T33" fmla="*/ 318 h 149"/>
                  <a:gd name="T34" fmla="*/ 1307 w 931"/>
                  <a:gd name="T35" fmla="*/ 260 h 149"/>
                  <a:gd name="T36" fmla="*/ 1359 w 931"/>
                  <a:gd name="T37" fmla="*/ 517 h 149"/>
                  <a:gd name="T38" fmla="*/ 1307 w 931"/>
                  <a:gd name="T39" fmla="*/ 665 h 149"/>
                  <a:gd name="T40" fmla="*/ 1456 w 931"/>
                  <a:gd name="T41" fmla="*/ 763 h 149"/>
                  <a:gd name="T42" fmla="*/ 1468 w 931"/>
                  <a:gd name="T43" fmla="*/ 540 h 149"/>
                  <a:gd name="T44" fmla="*/ 1627 w 931"/>
                  <a:gd name="T45" fmla="*/ 604 h 149"/>
                  <a:gd name="T46" fmla="*/ 1877 w 931"/>
                  <a:gd name="T47" fmla="*/ 431 h 149"/>
                  <a:gd name="T48" fmla="*/ 2010 w 931"/>
                  <a:gd name="T49" fmla="*/ 293 h 149"/>
                  <a:gd name="T50" fmla="*/ 2159 w 931"/>
                  <a:gd name="T51" fmla="*/ 327 h 149"/>
                  <a:gd name="T52" fmla="*/ 2235 w 931"/>
                  <a:gd name="T53" fmla="*/ 293 h 149"/>
                  <a:gd name="T54" fmla="*/ 2118 w 931"/>
                  <a:gd name="T55" fmla="*/ 260 h 149"/>
                  <a:gd name="T56" fmla="*/ 2330 w 931"/>
                  <a:gd name="T57" fmla="*/ 204 h 149"/>
                  <a:gd name="T58" fmla="*/ 2672 w 931"/>
                  <a:gd name="T59" fmla="*/ 318 h 149"/>
                  <a:gd name="T60" fmla="*/ 2854 w 931"/>
                  <a:gd name="T61" fmla="*/ 244 h 149"/>
                  <a:gd name="T62" fmla="*/ 2867 w 931"/>
                  <a:gd name="T63" fmla="*/ 371 h 149"/>
                  <a:gd name="T64" fmla="*/ 2790 w 931"/>
                  <a:gd name="T65" fmla="*/ 592 h 149"/>
                  <a:gd name="T66" fmla="*/ 3003 w 931"/>
                  <a:gd name="T67" fmla="*/ 517 h 149"/>
                  <a:gd name="T68" fmla="*/ 3065 w 931"/>
                  <a:gd name="T69" fmla="*/ 473 h 149"/>
                  <a:gd name="T70" fmla="*/ 3184 w 931"/>
                  <a:gd name="T71" fmla="*/ 358 h 149"/>
                  <a:gd name="T72" fmla="*/ 3900 w 931"/>
                  <a:gd name="T73" fmla="*/ 495 h 14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931" h="149">
                    <a:moveTo>
                      <a:pt x="794" y="84"/>
                    </a:moveTo>
                    <a:cubicBezTo>
                      <a:pt x="813" y="72"/>
                      <a:pt x="931" y="14"/>
                      <a:pt x="825" y="0"/>
                    </a:cubicBezTo>
                    <a:lnTo>
                      <a:pt x="159" y="0"/>
                    </a:lnTo>
                    <a:cubicBezTo>
                      <a:pt x="149" y="12"/>
                      <a:pt x="162" y="18"/>
                      <a:pt x="143" y="29"/>
                    </a:cubicBezTo>
                    <a:cubicBezTo>
                      <a:pt x="130" y="44"/>
                      <a:pt x="133" y="39"/>
                      <a:pt x="116" y="48"/>
                    </a:cubicBezTo>
                    <a:cubicBezTo>
                      <a:pt x="108" y="46"/>
                      <a:pt x="100" y="44"/>
                      <a:pt x="91" y="42"/>
                    </a:cubicBezTo>
                    <a:cubicBezTo>
                      <a:pt x="89" y="41"/>
                      <a:pt x="83" y="40"/>
                      <a:pt x="83" y="40"/>
                    </a:cubicBezTo>
                    <a:cubicBezTo>
                      <a:pt x="76" y="40"/>
                      <a:pt x="68" y="39"/>
                      <a:pt x="62" y="42"/>
                    </a:cubicBezTo>
                    <a:cubicBezTo>
                      <a:pt x="54" y="45"/>
                      <a:pt x="46" y="61"/>
                      <a:pt x="38" y="67"/>
                    </a:cubicBezTo>
                    <a:cubicBezTo>
                      <a:pt x="32" y="71"/>
                      <a:pt x="27" y="74"/>
                      <a:pt x="22" y="77"/>
                    </a:cubicBezTo>
                    <a:cubicBezTo>
                      <a:pt x="16" y="81"/>
                      <a:pt x="5" y="86"/>
                      <a:pt x="5" y="86"/>
                    </a:cubicBezTo>
                    <a:cubicBezTo>
                      <a:pt x="9" y="95"/>
                      <a:pt x="7" y="97"/>
                      <a:pt x="0" y="105"/>
                    </a:cubicBezTo>
                    <a:cubicBezTo>
                      <a:pt x="17" y="107"/>
                      <a:pt x="22" y="107"/>
                      <a:pt x="16" y="120"/>
                    </a:cubicBezTo>
                    <a:cubicBezTo>
                      <a:pt x="27" y="122"/>
                      <a:pt x="48" y="116"/>
                      <a:pt x="59" y="115"/>
                    </a:cubicBezTo>
                    <a:cubicBezTo>
                      <a:pt x="71" y="112"/>
                      <a:pt x="73" y="117"/>
                      <a:pt x="83" y="111"/>
                    </a:cubicBezTo>
                    <a:cubicBezTo>
                      <a:pt x="89" y="96"/>
                      <a:pt x="83" y="100"/>
                      <a:pt x="97" y="96"/>
                    </a:cubicBezTo>
                    <a:cubicBezTo>
                      <a:pt x="100" y="94"/>
                      <a:pt x="103" y="93"/>
                      <a:pt x="105" y="90"/>
                    </a:cubicBezTo>
                    <a:cubicBezTo>
                      <a:pt x="106" y="88"/>
                      <a:pt x="106" y="85"/>
                      <a:pt x="108" y="84"/>
                    </a:cubicBezTo>
                    <a:cubicBezTo>
                      <a:pt x="112" y="80"/>
                      <a:pt x="140" y="69"/>
                      <a:pt x="148" y="67"/>
                    </a:cubicBezTo>
                    <a:cubicBezTo>
                      <a:pt x="160" y="52"/>
                      <a:pt x="153" y="56"/>
                      <a:pt x="167" y="52"/>
                    </a:cubicBezTo>
                    <a:cubicBezTo>
                      <a:pt x="178" y="55"/>
                      <a:pt x="179" y="62"/>
                      <a:pt x="191" y="58"/>
                    </a:cubicBezTo>
                    <a:cubicBezTo>
                      <a:pt x="199" y="52"/>
                      <a:pt x="206" y="51"/>
                      <a:pt x="215" y="46"/>
                    </a:cubicBezTo>
                    <a:cubicBezTo>
                      <a:pt x="226" y="58"/>
                      <a:pt x="217" y="46"/>
                      <a:pt x="223" y="69"/>
                    </a:cubicBezTo>
                    <a:cubicBezTo>
                      <a:pt x="226" y="79"/>
                      <a:pt x="233" y="85"/>
                      <a:pt x="237" y="94"/>
                    </a:cubicBezTo>
                    <a:cubicBezTo>
                      <a:pt x="227" y="100"/>
                      <a:pt x="229" y="104"/>
                      <a:pt x="218" y="107"/>
                    </a:cubicBezTo>
                    <a:cubicBezTo>
                      <a:pt x="207" y="120"/>
                      <a:pt x="203" y="113"/>
                      <a:pt x="188" y="109"/>
                    </a:cubicBezTo>
                    <a:cubicBezTo>
                      <a:pt x="191" y="117"/>
                      <a:pt x="200" y="127"/>
                      <a:pt x="210" y="132"/>
                    </a:cubicBezTo>
                    <a:cubicBezTo>
                      <a:pt x="218" y="114"/>
                      <a:pt x="211" y="122"/>
                      <a:pt x="231" y="113"/>
                    </a:cubicBezTo>
                    <a:cubicBezTo>
                      <a:pt x="237" y="111"/>
                      <a:pt x="248" y="105"/>
                      <a:pt x="248" y="105"/>
                    </a:cubicBezTo>
                    <a:cubicBezTo>
                      <a:pt x="248" y="100"/>
                      <a:pt x="246" y="94"/>
                      <a:pt x="250" y="90"/>
                    </a:cubicBezTo>
                    <a:cubicBezTo>
                      <a:pt x="253" y="88"/>
                      <a:pt x="254" y="96"/>
                      <a:pt x="258" y="96"/>
                    </a:cubicBezTo>
                    <a:cubicBezTo>
                      <a:pt x="262" y="97"/>
                      <a:pt x="264" y="94"/>
                      <a:pt x="266" y="92"/>
                    </a:cubicBezTo>
                    <a:cubicBezTo>
                      <a:pt x="262" y="82"/>
                      <a:pt x="252" y="77"/>
                      <a:pt x="248" y="67"/>
                    </a:cubicBezTo>
                    <a:cubicBezTo>
                      <a:pt x="250" y="63"/>
                      <a:pt x="255" y="58"/>
                      <a:pt x="253" y="54"/>
                    </a:cubicBezTo>
                    <a:cubicBezTo>
                      <a:pt x="251" y="50"/>
                      <a:pt x="248" y="42"/>
                      <a:pt x="248" y="42"/>
                    </a:cubicBezTo>
                    <a:cubicBezTo>
                      <a:pt x="256" y="32"/>
                      <a:pt x="259" y="35"/>
                      <a:pt x="266" y="44"/>
                    </a:cubicBezTo>
                    <a:cubicBezTo>
                      <a:pt x="270" y="56"/>
                      <a:pt x="276" y="61"/>
                      <a:pt x="285" y="71"/>
                    </a:cubicBezTo>
                    <a:cubicBezTo>
                      <a:pt x="281" y="81"/>
                      <a:pt x="289" y="82"/>
                      <a:pt x="277" y="88"/>
                    </a:cubicBezTo>
                    <a:cubicBezTo>
                      <a:pt x="262" y="106"/>
                      <a:pt x="278" y="83"/>
                      <a:pt x="274" y="101"/>
                    </a:cubicBezTo>
                    <a:cubicBezTo>
                      <a:pt x="274" y="105"/>
                      <a:pt x="268" y="109"/>
                      <a:pt x="266" y="113"/>
                    </a:cubicBezTo>
                    <a:cubicBezTo>
                      <a:pt x="270" y="122"/>
                      <a:pt x="268" y="125"/>
                      <a:pt x="261" y="132"/>
                    </a:cubicBezTo>
                    <a:cubicBezTo>
                      <a:pt x="268" y="149"/>
                      <a:pt x="282" y="134"/>
                      <a:pt x="296" y="130"/>
                    </a:cubicBezTo>
                    <a:cubicBezTo>
                      <a:pt x="299" y="122"/>
                      <a:pt x="295" y="119"/>
                      <a:pt x="299" y="111"/>
                    </a:cubicBezTo>
                    <a:cubicBezTo>
                      <a:pt x="296" y="105"/>
                      <a:pt x="288" y="97"/>
                      <a:pt x="299" y="92"/>
                    </a:cubicBezTo>
                    <a:cubicBezTo>
                      <a:pt x="303" y="90"/>
                      <a:pt x="315" y="88"/>
                      <a:pt x="315" y="88"/>
                    </a:cubicBezTo>
                    <a:cubicBezTo>
                      <a:pt x="326" y="91"/>
                      <a:pt x="325" y="95"/>
                      <a:pt x="331" y="103"/>
                    </a:cubicBezTo>
                    <a:cubicBezTo>
                      <a:pt x="339" y="84"/>
                      <a:pt x="331" y="90"/>
                      <a:pt x="361" y="92"/>
                    </a:cubicBezTo>
                    <a:cubicBezTo>
                      <a:pt x="355" y="76"/>
                      <a:pt x="365" y="76"/>
                      <a:pt x="382" y="73"/>
                    </a:cubicBezTo>
                    <a:cubicBezTo>
                      <a:pt x="383" y="71"/>
                      <a:pt x="387" y="57"/>
                      <a:pt x="393" y="54"/>
                    </a:cubicBezTo>
                    <a:cubicBezTo>
                      <a:pt x="398" y="52"/>
                      <a:pt x="409" y="50"/>
                      <a:pt x="409" y="50"/>
                    </a:cubicBezTo>
                    <a:cubicBezTo>
                      <a:pt x="430" y="54"/>
                      <a:pt x="413" y="58"/>
                      <a:pt x="431" y="63"/>
                    </a:cubicBezTo>
                    <a:cubicBezTo>
                      <a:pt x="433" y="61"/>
                      <a:pt x="435" y="57"/>
                      <a:pt x="439" y="56"/>
                    </a:cubicBezTo>
                    <a:cubicBezTo>
                      <a:pt x="445" y="55"/>
                      <a:pt x="452" y="61"/>
                      <a:pt x="457" y="58"/>
                    </a:cubicBezTo>
                    <a:cubicBezTo>
                      <a:pt x="461" y="57"/>
                      <a:pt x="457" y="52"/>
                      <a:pt x="455" y="50"/>
                    </a:cubicBezTo>
                    <a:cubicBezTo>
                      <a:pt x="451" y="47"/>
                      <a:pt x="444" y="47"/>
                      <a:pt x="439" y="46"/>
                    </a:cubicBezTo>
                    <a:cubicBezTo>
                      <a:pt x="436" y="45"/>
                      <a:pt x="431" y="44"/>
                      <a:pt x="431" y="44"/>
                    </a:cubicBezTo>
                    <a:cubicBezTo>
                      <a:pt x="440" y="38"/>
                      <a:pt x="443" y="36"/>
                      <a:pt x="455" y="40"/>
                    </a:cubicBezTo>
                    <a:cubicBezTo>
                      <a:pt x="461" y="38"/>
                      <a:pt x="467" y="35"/>
                      <a:pt x="474" y="35"/>
                    </a:cubicBezTo>
                    <a:cubicBezTo>
                      <a:pt x="483" y="36"/>
                      <a:pt x="511" y="43"/>
                      <a:pt x="519" y="46"/>
                    </a:cubicBezTo>
                    <a:cubicBezTo>
                      <a:pt x="527" y="49"/>
                      <a:pt x="544" y="54"/>
                      <a:pt x="544" y="54"/>
                    </a:cubicBezTo>
                    <a:cubicBezTo>
                      <a:pt x="548" y="54"/>
                      <a:pt x="560" y="52"/>
                      <a:pt x="565" y="50"/>
                    </a:cubicBezTo>
                    <a:cubicBezTo>
                      <a:pt x="570" y="47"/>
                      <a:pt x="581" y="42"/>
                      <a:pt x="581" y="42"/>
                    </a:cubicBezTo>
                    <a:cubicBezTo>
                      <a:pt x="585" y="42"/>
                      <a:pt x="598" y="44"/>
                      <a:pt x="600" y="48"/>
                    </a:cubicBezTo>
                    <a:cubicBezTo>
                      <a:pt x="603" y="55"/>
                      <a:pt x="589" y="61"/>
                      <a:pt x="584" y="63"/>
                    </a:cubicBezTo>
                    <a:cubicBezTo>
                      <a:pt x="576" y="69"/>
                      <a:pt x="568" y="69"/>
                      <a:pt x="565" y="77"/>
                    </a:cubicBezTo>
                    <a:cubicBezTo>
                      <a:pt x="568" y="86"/>
                      <a:pt x="564" y="92"/>
                      <a:pt x="568" y="101"/>
                    </a:cubicBezTo>
                    <a:cubicBezTo>
                      <a:pt x="574" y="93"/>
                      <a:pt x="577" y="91"/>
                      <a:pt x="589" y="94"/>
                    </a:cubicBezTo>
                    <a:cubicBezTo>
                      <a:pt x="595" y="108"/>
                      <a:pt x="602" y="93"/>
                      <a:pt x="611" y="88"/>
                    </a:cubicBezTo>
                    <a:cubicBezTo>
                      <a:pt x="613" y="86"/>
                      <a:pt x="613" y="83"/>
                      <a:pt x="616" y="82"/>
                    </a:cubicBezTo>
                    <a:cubicBezTo>
                      <a:pt x="618" y="80"/>
                      <a:pt x="622" y="81"/>
                      <a:pt x="624" y="80"/>
                    </a:cubicBezTo>
                    <a:cubicBezTo>
                      <a:pt x="626" y="78"/>
                      <a:pt x="626" y="75"/>
                      <a:pt x="627" y="73"/>
                    </a:cubicBezTo>
                    <a:cubicBezTo>
                      <a:pt x="632" y="65"/>
                      <a:pt x="638" y="63"/>
                      <a:pt x="648" y="61"/>
                    </a:cubicBezTo>
                    <a:cubicBezTo>
                      <a:pt x="664" y="62"/>
                      <a:pt x="684" y="69"/>
                      <a:pt x="700" y="69"/>
                    </a:cubicBezTo>
                    <a:lnTo>
                      <a:pt x="794" y="8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7" name="Freeform 59"/>
              <p:cNvSpPr>
                <a:spLocks/>
              </p:cNvSpPr>
              <p:nvPr userDrawn="1"/>
            </p:nvSpPr>
            <p:spPr bwMode="ltGray">
              <a:xfrm>
                <a:off x="971" y="91"/>
                <a:ext cx="30" cy="25"/>
              </a:xfrm>
              <a:custGeom>
                <a:avLst/>
                <a:gdLst>
                  <a:gd name="T0" fmla="*/ 3 w 31"/>
                  <a:gd name="T1" fmla="*/ 13 h 30"/>
                  <a:gd name="T2" fmla="*/ 27 w 31"/>
                  <a:gd name="T3" fmla="*/ 0 h 30"/>
                  <a:gd name="T4" fmla="*/ 15 w 31"/>
                  <a:gd name="T5" fmla="*/ 12 h 30"/>
                  <a:gd name="T6" fmla="*/ 3 w 31"/>
                  <a:gd name="T7" fmla="*/ 13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" h="30">
                    <a:moveTo>
                      <a:pt x="3" y="28"/>
                    </a:moveTo>
                    <a:cubicBezTo>
                      <a:pt x="8" y="8"/>
                      <a:pt x="12" y="6"/>
                      <a:pt x="31" y="0"/>
                    </a:cubicBezTo>
                    <a:cubicBezTo>
                      <a:pt x="29" y="5"/>
                      <a:pt x="25" y="22"/>
                      <a:pt x="19" y="24"/>
                    </a:cubicBezTo>
                    <a:cubicBezTo>
                      <a:pt x="0" y="30"/>
                      <a:pt x="3" y="9"/>
                      <a:pt x="3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8" name="Freeform 60"/>
              <p:cNvSpPr>
                <a:spLocks/>
              </p:cNvSpPr>
              <p:nvPr userDrawn="1"/>
            </p:nvSpPr>
            <p:spPr bwMode="ltGray">
              <a:xfrm>
                <a:off x="935" y="125"/>
                <a:ext cx="45" cy="27"/>
              </a:xfrm>
              <a:custGeom>
                <a:avLst/>
                <a:gdLst>
                  <a:gd name="T0" fmla="*/ 6 w 44"/>
                  <a:gd name="T1" fmla="*/ 16 h 32"/>
                  <a:gd name="T2" fmla="*/ 26 w 44"/>
                  <a:gd name="T3" fmla="*/ 0 h 32"/>
                  <a:gd name="T4" fmla="*/ 42 w 44"/>
                  <a:gd name="T5" fmla="*/ 3 h 32"/>
                  <a:gd name="T6" fmla="*/ 6 w 44"/>
                  <a:gd name="T7" fmla="*/ 1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4" h="32">
                    <a:moveTo>
                      <a:pt x="6" y="32"/>
                    </a:moveTo>
                    <a:cubicBezTo>
                      <a:pt x="0" y="14"/>
                      <a:pt x="7" y="10"/>
                      <a:pt x="22" y="0"/>
                    </a:cubicBezTo>
                    <a:cubicBezTo>
                      <a:pt x="27" y="1"/>
                      <a:pt x="35" y="0"/>
                      <a:pt x="38" y="4"/>
                    </a:cubicBezTo>
                    <a:cubicBezTo>
                      <a:pt x="44" y="13"/>
                      <a:pt x="16" y="32"/>
                      <a:pt x="6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9" name="Freeform 61"/>
              <p:cNvSpPr>
                <a:spLocks/>
              </p:cNvSpPr>
              <p:nvPr userDrawn="1"/>
            </p:nvSpPr>
            <p:spPr bwMode="ltGray">
              <a:xfrm>
                <a:off x="1081" y="226"/>
                <a:ext cx="75" cy="14"/>
              </a:xfrm>
              <a:custGeom>
                <a:avLst/>
                <a:gdLst>
                  <a:gd name="T0" fmla="*/ 37 w 76"/>
                  <a:gd name="T1" fmla="*/ 7 h 18"/>
                  <a:gd name="T2" fmla="*/ 25 w 76"/>
                  <a:gd name="T3" fmla="*/ 2 h 18"/>
                  <a:gd name="T4" fmla="*/ 37 w 76"/>
                  <a:gd name="T5" fmla="*/ 7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18">
                    <a:moveTo>
                      <a:pt x="37" y="18"/>
                    </a:moveTo>
                    <a:cubicBezTo>
                      <a:pt x="25" y="14"/>
                      <a:pt x="0" y="10"/>
                      <a:pt x="25" y="2"/>
                    </a:cubicBezTo>
                    <a:cubicBezTo>
                      <a:pt x="76" y="9"/>
                      <a:pt x="46" y="0"/>
                      <a:pt x="37" y="18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0" name="Freeform 62"/>
              <p:cNvSpPr>
                <a:spLocks/>
              </p:cNvSpPr>
              <p:nvPr userDrawn="1"/>
            </p:nvSpPr>
            <p:spPr bwMode="ltGray">
              <a:xfrm>
                <a:off x="1210" y="223"/>
                <a:ext cx="42" cy="37"/>
              </a:xfrm>
              <a:custGeom>
                <a:avLst/>
                <a:gdLst>
                  <a:gd name="T0" fmla="*/ 0 w 42"/>
                  <a:gd name="T1" fmla="*/ 11 h 44"/>
                  <a:gd name="T2" fmla="*/ 12 w 42"/>
                  <a:gd name="T3" fmla="*/ 5 h 44"/>
                  <a:gd name="T4" fmla="*/ 0 w 42"/>
                  <a:gd name="T5" fmla="*/ 11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44">
                    <a:moveTo>
                      <a:pt x="0" y="21"/>
                    </a:moveTo>
                    <a:cubicBezTo>
                      <a:pt x="4" y="17"/>
                      <a:pt x="7" y="11"/>
                      <a:pt x="12" y="9"/>
                    </a:cubicBezTo>
                    <a:cubicBezTo>
                      <a:pt x="42" y="0"/>
                      <a:pt x="23" y="44"/>
                      <a:pt x="0" y="21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1" name="Freeform 63"/>
              <p:cNvSpPr>
                <a:spLocks/>
              </p:cNvSpPr>
              <p:nvPr userDrawn="1"/>
            </p:nvSpPr>
            <p:spPr bwMode="ltGray">
              <a:xfrm>
                <a:off x="865" y="123"/>
                <a:ext cx="33" cy="24"/>
              </a:xfrm>
              <a:custGeom>
                <a:avLst/>
                <a:gdLst>
                  <a:gd name="T0" fmla="*/ 7 w 31"/>
                  <a:gd name="T1" fmla="*/ 9 h 30"/>
                  <a:gd name="T2" fmla="*/ 39 w 31"/>
                  <a:gd name="T3" fmla="*/ 4 h 30"/>
                  <a:gd name="T4" fmla="*/ 7 w 31"/>
                  <a:gd name="T5" fmla="*/ 9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30">
                    <a:moveTo>
                      <a:pt x="7" y="22"/>
                    </a:moveTo>
                    <a:cubicBezTo>
                      <a:pt x="0" y="0"/>
                      <a:pt x="15" y="6"/>
                      <a:pt x="31" y="10"/>
                    </a:cubicBezTo>
                    <a:cubicBezTo>
                      <a:pt x="14" y="16"/>
                      <a:pt x="15" y="30"/>
                      <a:pt x="7" y="2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7" name="Group 64"/>
            <p:cNvGrpSpPr>
              <a:grpSpLocks/>
            </p:cNvGrpSpPr>
            <p:nvPr userDrawn="1"/>
          </p:nvGrpSpPr>
          <p:grpSpPr bwMode="auto">
            <a:xfrm>
              <a:off x="7" y="5"/>
              <a:ext cx="5739" cy="663"/>
              <a:chOff x="1056" y="111"/>
              <a:chExt cx="2448" cy="418"/>
            </a:xfrm>
          </p:grpSpPr>
          <p:sp>
            <p:nvSpPr>
              <p:cNvPr id="1055" name="Line 65"/>
              <p:cNvSpPr>
                <a:spLocks noChangeShapeType="1"/>
              </p:cNvSpPr>
              <p:nvPr userDrawn="1"/>
            </p:nvSpPr>
            <p:spPr bwMode="white">
              <a:xfrm>
                <a:off x="1056" y="332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6" name="Line 66"/>
              <p:cNvSpPr>
                <a:spLocks noChangeShapeType="1"/>
              </p:cNvSpPr>
              <p:nvPr userDrawn="1"/>
            </p:nvSpPr>
            <p:spPr bwMode="white">
              <a:xfrm>
                <a:off x="1254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7" name="Line 67"/>
              <p:cNvSpPr>
                <a:spLocks noChangeShapeType="1"/>
              </p:cNvSpPr>
              <p:nvPr userDrawn="1"/>
            </p:nvSpPr>
            <p:spPr bwMode="white">
              <a:xfrm>
                <a:off x="1482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8" name="Line 68"/>
              <p:cNvSpPr>
                <a:spLocks noChangeShapeType="1"/>
              </p:cNvSpPr>
              <p:nvPr userDrawn="1"/>
            </p:nvSpPr>
            <p:spPr bwMode="white">
              <a:xfrm>
                <a:off x="1710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9" name="Line 69"/>
              <p:cNvSpPr>
                <a:spLocks noChangeShapeType="1"/>
              </p:cNvSpPr>
              <p:nvPr userDrawn="1"/>
            </p:nvSpPr>
            <p:spPr bwMode="white">
              <a:xfrm>
                <a:off x="1938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0" name="Line 70"/>
              <p:cNvSpPr>
                <a:spLocks noChangeShapeType="1"/>
              </p:cNvSpPr>
              <p:nvPr userDrawn="1"/>
            </p:nvSpPr>
            <p:spPr bwMode="white">
              <a:xfrm>
                <a:off x="2166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1" name="Line 71"/>
              <p:cNvSpPr>
                <a:spLocks noChangeShapeType="1"/>
              </p:cNvSpPr>
              <p:nvPr userDrawn="1"/>
            </p:nvSpPr>
            <p:spPr bwMode="white">
              <a:xfrm>
                <a:off x="2394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2" name="Line 72"/>
              <p:cNvSpPr>
                <a:spLocks noChangeShapeType="1"/>
              </p:cNvSpPr>
              <p:nvPr userDrawn="1"/>
            </p:nvSpPr>
            <p:spPr bwMode="white">
              <a:xfrm>
                <a:off x="2622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3" name="Line 73"/>
              <p:cNvSpPr>
                <a:spLocks noChangeShapeType="1"/>
              </p:cNvSpPr>
              <p:nvPr userDrawn="1"/>
            </p:nvSpPr>
            <p:spPr bwMode="white">
              <a:xfrm>
                <a:off x="2850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4" name="Line 74"/>
              <p:cNvSpPr>
                <a:spLocks noChangeShapeType="1"/>
              </p:cNvSpPr>
              <p:nvPr userDrawn="1"/>
            </p:nvSpPr>
            <p:spPr bwMode="white">
              <a:xfrm>
                <a:off x="3078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5" name="Line 75"/>
              <p:cNvSpPr>
                <a:spLocks noChangeShapeType="1"/>
              </p:cNvSpPr>
              <p:nvPr userDrawn="1"/>
            </p:nvSpPr>
            <p:spPr bwMode="white">
              <a:xfrm>
                <a:off x="3306" y="111"/>
                <a:ext cx="0" cy="41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8" name="Group 76"/>
            <p:cNvGrpSpPr>
              <a:grpSpLocks/>
            </p:cNvGrpSpPr>
            <p:nvPr userDrawn="1"/>
          </p:nvGrpSpPr>
          <p:grpSpPr bwMode="auto">
            <a:xfrm>
              <a:off x="363" y="6"/>
              <a:ext cx="4919" cy="671"/>
              <a:chOff x="1208" y="109"/>
              <a:chExt cx="2098" cy="423"/>
            </a:xfrm>
          </p:grpSpPr>
          <p:sp>
            <p:nvSpPr>
              <p:cNvPr id="1040" name="Line 77"/>
              <p:cNvSpPr>
                <a:spLocks noChangeShapeType="1"/>
              </p:cNvSpPr>
              <p:nvPr userDrawn="1"/>
            </p:nvSpPr>
            <p:spPr bwMode="ltGray">
              <a:xfrm>
                <a:off x="2850" y="110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1" name="Line 78"/>
              <p:cNvSpPr>
                <a:spLocks noChangeShapeType="1"/>
              </p:cNvSpPr>
              <p:nvPr userDrawn="1"/>
            </p:nvSpPr>
            <p:spPr bwMode="ltGray">
              <a:xfrm>
                <a:off x="2972" y="332"/>
                <a:ext cx="70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2" name="Line 79"/>
              <p:cNvSpPr>
                <a:spLocks noChangeShapeType="1"/>
              </p:cNvSpPr>
              <p:nvPr userDrawn="1"/>
            </p:nvSpPr>
            <p:spPr bwMode="ltGray">
              <a:xfrm>
                <a:off x="3078" y="350"/>
                <a:ext cx="0" cy="28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3" name="Line 80"/>
              <p:cNvSpPr>
                <a:spLocks noChangeShapeType="1"/>
              </p:cNvSpPr>
              <p:nvPr userDrawn="1"/>
            </p:nvSpPr>
            <p:spPr bwMode="ltGray">
              <a:xfrm>
                <a:off x="3306" y="450"/>
                <a:ext cx="0" cy="79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4" name="Line 81"/>
              <p:cNvSpPr>
                <a:spLocks noChangeShapeType="1"/>
              </p:cNvSpPr>
              <p:nvPr userDrawn="1"/>
            </p:nvSpPr>
            <p:spPr bwMode="ltGray">
              <a:xfrm>
                <a:off x="2166" y="114"/>
                <a:ext cx="0" cy="6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5" name="Line 82"/>
              <p:cNvSpPr>
                <a:spLocks noChangeShapeType="1"/>
              </p:cNvSpPr>
              <p:nvPr userDrawn="1"/>
            </p:nvSpPr>
            <p:spPr bwMode="ltGray">
              <a:xfrm>
                <a:off x="1938" y="111"/>
                <a:ext cx="0" cy="337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6" name="Line 83"/>
              <p:cNvSpPr>
                <a:spLocks noChangeShapeType="1"/>
              </p:cNvSpPr>
              <p:nvPr userDrawn="1"/>
            </p:nvSpPr>
            <p:spPr bwMode="ltGray">
              <a:xfrm flipH="1">
                <a:off x="1912" y="332"/>
                <a:ext cx="6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7" name="Line 84"/>
              <p:cNvSpPr>
                <a:spLocks noChangeShapeType="1"/>
              </p:cNvSpPr>
              <p:nvPr userDrawn="1"/>
            </p:nvSpPr>
            <p:spPr bwMode="ltGray">
              <a:xfrm>
                <a:off x="1778" y="332"/>
                <a:ext cx="60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8" name="Line 85"/>
              <p:cNvSpPr>
                <a:spLocks noChangeShapeType="1"/>
              </p:cNvSpPr>
              <p:nvPr userDrawn="1"/>
            </p:nvSpPr>
            <p:spPr bwMode="ltGray">
              <a:xfrm flipH="1">
                <a:off x="1578" y="332"/>
                <a:ext cx="82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9" name="Line 86"/>
              <p:cNvSpPr>
                <a:spLocks noChangeShapeType="1"/>
              </p:cNvSpPr>
              <p:nvPr userDrawn="1"/>
            </p:nvSpPr>
            <p:spPr bwMode="ltGray">
              <a:xfrm>
                <a:off x="1208" y="332"/>
                <a:ext cx="34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0" name="Line 87"/>
              <p:cNvSpPr>
                <a:spLocks noChangeShapeType="1"/>
              </p:cNvSpPr>
              <p:nvPr userDrawn="1"/>
            </p:nvSpPr>
            <p:spPr bwMode="ltGray">
              <a:xfrm>
                <a:off x="1480" y="234"/>
                <a:ext cx="0" cy="298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1" name="Line 88"/>
              <p:cNvSpPr>
                <a:spLocks noChangeShapeType="1"/>
              </p:cNvSpPr>
              <p:nvPr userDrawn="1"/>
            </p:nvSpPr>
            <p:spPr bwMode="ltGray">
              <a:xfrm>
                <a:off x="1254" y="252"/>
                <a:ext cx="0" cy="156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2" name="Line 89"/>
              <p:cNvSpPr>
                <a:spLocks noChangeShapeType="1"/>
              </p:cNvSpPr>
              <p:nvPr userDrawn="1"/>
            </p:nvSpPr>
            <p:spPr bwMode="ltGray">
              <a:xfrm flipH="1" flipV="1">
                <a:off x="1482" y="109"/>
                <a:ext cx="0" cy="27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3" name="Line 90"/>
              <p:cNvSpPr>
                <a:spLocks noChangeShapeType="1"/>
              </p:cNvSpPr>
              <p:nvPr userDrawn="1"/>
            </p:nvSpPr>
            <p:spPr bwMode="ltGray">
              <a:xfrm>
                <a:off x="1710" y="180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4" name="Line 91"/>
              <p:cNvSpPr>
                <a:spLocks noChangeShapeType="1"/>
              </p:cNvSpPr>
              <p:nvPr userDrawn="1"/>
            </p:nvSpPr>
            <p:spPr bwMode="ltGray">
              <a:xfrm flipV="1">
                <a:off x="1710" y="111"/>
                <a:ext cx="0" cy="2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36" name="Rectangle 92"/>
            <p:cNvSpPr>
              <a:spLocks noChangeArrowheads="1"/>
            </p:cNvSpPr>
            <p:nvPr userDrawn="1"/>
          </p:nvSpPr>
          <p:spPr bwMode="auto">
            <a:xfrm>
              <a:off x="0" y="665"/>
              <a:ext cx="5760" cy="60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30" name="Picture 93" descr="foxconn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7924800" y="76200"/>
            <a:ext cx="11430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94"/>
          <p:cNvSpPr>
            <a:spLocks noChangeArrowheads="1"/>
          </p:cNvSpPr>
          <p:nvPr userDrawn="1"/>
        </p:nvSpPr>
        <p:spPr bwMode="auto">
          <a:xfrm>
            <a:off x="0" y="6546850"/>
            <a:ext cx="9144000" cy="304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32" name="Text Box 95"/>
          <p:cNvSpPr txBox="1">
            <a:spLocks noChangeArrowheads="1"/>
          </p:cNvSpPr>
          <p:nvPr userDrawn="1"/>
        </p:nvSpPr>
        <p:spPr bwMode="auto">
          <a:xfrm>
            <a:off x="0" y="6575425"/>
            <a:ext cx="17414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1200" b="1" i="1" dirty="0">
                <a:solidFill>
                  <a:schemeClr val="bg1"/>
                </a:solidFill>
              </a:rPr>
              <a:t>Foxconn Confidential</a:t>
            </a:r>
          </a:p>
        </p:txBody>
      </p:sp>
      <p:sp>
        <p:nvSpPr>
          <p:cNvPr id="1033" name="Rectangle 96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241" name="Rectangle 9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 i="1">
                <a:latin typeface="Calibri" pitchFamily="34" charset="0"/>
              </a:defRPr>
            </a:lvl1pPr>
          </a:lstStyle>
          <a:p>
            <a:fld id="{34752DE6-7A33-495C-A5CA-D80C0205BD3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 i="1">
          <a:solidFill>
            <a:schemeClr val="bg1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20" y="2357430"/>
            <a:ext cx="8534752" cy="1428760"/>
          </a:xfrm>
        </p:spPr>
        <p:txBody>
          <a:bodyPr/>
          <a:lstStyle/>
          <a:p>
            <a:pPr algn="ctr" eaLnBrk="1" hangingPunct="1"/>
            <a:r>
              <a:rPr lang="en-US" altLang="zh-CN" sz="3600" dirty="0"/>
              <a:t>AP9559,AP9560,AP9562</a:t>
            </a:r>
            <a:br>
              <a:rPr lang="en-US" altLang="zh-CN" sz="3600" dirty="0"/>
            </a:br>
            <a:r>
              <a:rPr lang="en-US" altLang="zh-CN" sz="3600" dirty="0"/>
              <a:t>Label Approval</a:t>
            </a:r>
            <a:br>
              <a:rPr lang="en-US" altLang="zh-CN" sz="3600" dirty="0"/>
            </a:br>
            <a:r>
              <a:rPr lang="zh-TW" altLang="en-US" sz="3600" dirty="0"/>
              <a:t>  </a:t>
            </a:r>
            <a:endParaRPr lang="en-US" altLang="zh-TW" sz="36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1050" y="3357563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/>
              <a:t>                                                                    </a:t>
            </a:r>
          </a:p>
          <a:p>
            <a:pPr eaLnBrk="1" hangingPunct="1"/>
            <a:r>
              <a:rPr lang="en-US" altLang="zh-TW" dirty="0"/>
              <a:t>                                                                    </a:t>
            </a:r>
          </a:p>
          <a:p>
            <a:pPr eaLnBrk="1" hangingPunct="1"/>
            <a:r>
              <a:rPr lang="en-US" altLang="zh-TW" dirty="0"/>
              <a:t>					</a:t>
            </a:r>
          </a:p>
          <a:p>
            <a:pPr eaLnBrk="1" hangingPunct="1"/>
            <a:r>
              <a:rPr lang="en-US" altLang="zh-TW" dirty="0"/>
              <a:t>					</a:t>
            </a:r>
            <a:endParaRPr lang="en-US" altLang="zh-TW" i="0" dirty="0">
              <a:latin typeface="+mn-lt"/>
            </a:endParaRPr>
          </a:p>
          <a:p>
            <a:pPr eaLnBrk="1" hangingPunct="1"/>
            <a:r>
              <a:rPr lang="en-US" altLang="zh-CN" i="0" dirty="0">
                <a:latin typeface="+mn-lt"/>
              </a:rPr>
              <a:t>					</a:t>
            </a:r>
            <a:endParaRPr lang="en-US" altLang="zh-CN" dirty="0"/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C22D-FE98-41DF-AE7A-D649B08A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AP9559-ID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732CB-5C47-4ED4-9678-20B815FF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511" y="2564904"/>
            <a:ext cx="3092177" cy="15033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CE54B3-693A-4C5F-A991-4BC0104968D7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5F217-92E7-45D7-AB20-33F7E4E7C2D3}"/>
              </a:ext>
            </a:extLst>
          </p:cNvPr>
          <p:cNvSpPr/>
          <p:nvPr/>
        </p:nvSpPr>
        <p:spPr bwMode="auto">
          <a:xfrm>
            <a:off x="49371" y="2302898"/>
            <a:ext cx="1656183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+mn-lt"/>
              </a:rPr>
              <a:t>Product Part number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E577E-B797-4829-84B5-4D54AB621D52}"/>
              </a:ext>
            </a:extLst>
          </p:cNvPr>
          <p:cNvSpPr/>
          <p:nvPr/>
        </p:nvSpPr>
        <p:spPr bwMode="auto">
          <a:xfrm>
            <a:off x="49371" y="3616135"/>
            <a:ext cx="1977055" cy="316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Serial Number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06704E4-7FD7-4B5F-984B-B00082EC6057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>
            <a:off x="1705554" y="2433901"/>
            <a:ext cx="1167957" cy="491043"/>
          </a:xfrm>
          <a:prstGeom prst="bentConnector3">
            <a:avLst/>
          </a:prstGeom>
          <a:ln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5EB6DA2-E4AF-4C1A-ABFE-0D66CD9CC1D7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 bwMode="auto">
          <a:xfrm flipV="1">
            <a:off x="2026426" y="3316594"/>
            <a:ext cx="847085" cy="458002"/>
          </a:xfrm>
          <a:prstGeom prst="bentConnector3">
            <a:avLst/>
          </a:prstGeom>
          <a:ln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8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FA94-B4AF-4C56-B2E3-EA7571A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AP9559-Packing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3197A-2743-4E20-A60C-6426E032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28409" y="945104"/>
            <a:ext cx="2628900" cy="4457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BDF91A-F3EF-4CBF-9530-89D9E526F517}"/>
              </a:ext>
            </a:extLst>
          </p:cNvPr>
          <p:cNvSpPr/>
          <p:nvPr/>
        </p:nvSpPr>
        <p:spPr bwMode="auto">
          <a:xfrm rot="16200000">
            <a:off x="3641262" y="945563"/>
            <a:ext cx="2808312" cy="4462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895CB6-6AB5-4B14-80A8-1A0629DE5DA4}"/>
              </a:ext>
            </a:extLst>
          </p:cNvPr>
          <p:cNvSpPr/>
          <p:nvPr/>
        </p:nvSpPr>
        <p:spPr bwMode="auto">
          <a:xfrm>
            <a:off x="0" y="2272834"/>
            <a:ext cx="1988329" cy="283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+mn-lt"/>
              </a:rPr>
              <a:t>Product Part number(1P)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F3A1E-BB81-4DE4-95FD-B0305684EB0B}"/>
              </a:ext>
            </a:extLst>
          </p:cNvPr>
          <p:cNvSpPr/>
          <p:nvPr/>
        </p:nvSpPr>
        <p:spPr bwMode="auto">
          <a:xfrm>
            <a:off x="94547" y="2924944"/>
            <a:ext cx="2029181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Serial Number(S)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1A4F1-434C-4DEB-8D02-5FEADC7D463F}"/>
              </a:ext>
            </a:extLst>
          </p:cNvPr>
          <p:cNvSpPr/>
          <p:nvPr/>
        </p:nvSpPr>
        <p:spPr bwMode="auto">
          <a:xfrm>
            <a:off x="807801" y="3976687"/>
            <a:ext cx="1656184" cy="2946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80272-269B-4FAA-A5F3-62D38FEA2A3B}"/>
              </a:ext>
            </a:extLst>
          </p:cNvPr>
          <p:cNvSpPr/>
          <p:nvPr/>
        </p:nvSpPr>
        <p:spPr bwMode="auto">
          <a:xfrm>
            <a:off x="7490439" y="2559003"/>
            <a:ext cx="1224135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UPC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9A495-0A19-4C93-AEC8-978D6F52AF00}"/>
              </a:ext>
            </a:extLst>
          </p:cNvPr>
          <p:cNvSpPr/>
          <p:nvPr/>
        </p:nvSpPr>
        <p:spPr bwMode="auto">
          <a:xfrm>
            <a:off x="94547" y="5210142"/>
            <a:ext cx="1224135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“0”-Factory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ABD79-8533-46D3-8130-E0C7BC2AFA45}"/>
              </a:ext>
            </a:extLst>
          </p:cNvPr>
          <p:cNvSpPr/>
          <p:nvPr/>
        </p:nvSpPr>
        <p:spPr bwMode="auto">
          <a:xfrm>
            <a:off x="1576412" y="5221432"/>
            <a:ext cx="140000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“A”-Factory code identifier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B6C61-6523-40E6-A065-ED604D0D3528}"/>
              </a:ext>
            </a:extLst>
          </p:cNvPr>
          <p:cNvSpPr/>
          <p:nvPr/>
        </p:nvSpPr>
        <p:spPr bwMode="auto">
          <a:xfrm>
            <a:off x="3234151" y="5210142"/>
            <a:ext cx="883431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“24”-Year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5230A-6648-40DB-BF7D-A9FA8114C4AE}"/>
              </a:ext>
            </a:extLst>
          </p:cNvPr>
          <p:cNvSpPr/>
          <p:nvPr/>
        </p:nvSpPr>
        <p:spPr bwMode="auto">
          <a:xfrm>
            <a:off x="4252111" y="5221432"/>
            <a:ext cx="140000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“47”-production Week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FA945-6856-40CB-B6EF-C6BB092D1FCA}"/>
              </a:ext>
            </a:extLst>
          </p:cNvPr>
          <p:cNvSpPr/>
          <p:nvPr/>
        </p:nvSpPr>
        <p:spPr bwMode="auto">
          <a:xfrm>
            <a:off x="5909850" y="5210143"/>
            <a:ext cx="1470462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“L”-Contract manufacture index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432DCE-D1BB-4569-9BEF-3467CA79F925}"/>
              </a:ext>
            </a:extLst>
          </p:cNvPr>
          <p:cNvSpPr/>
          <p:nvPr/>
        </p:nvSpPr>
        <p:spPr bwMode="auto">
          <a:xfrm>
            <a:off x="7507155" y="5210144"/>
            <a:ext cx="1470463" cy="3920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“0001”-Unit number	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A7F4B14-CE94-4CAF-B35B-14FE9352C590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1988329" y="2180112"/>
            <a:ext cx="988092" cy="234312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EF68E39-8332-4C9F-9564-D78F98F09B74}"/>
              </a:ext>
            </a:extLst>
          </p:cNvPr>
          <p:cNvCxnSpPr/>
          <p:nvPr/>
        </p:nvCxnSpPr>
        <p:spPr bwMode="auto">
          <a:xfrm flipV="1">
            <a:off x="2122405" y="3032851"/>
            <a:ext cx="937427" cy="16037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80C692B-4202-467D-BFB7-8B84D4518D91}"/>
              </a:ext>
            </a:extLst>
          </p:cNvPr>
          <p:cNvCxnSpPr>
            <a:stCxn id="9" idx="3"/>
          </p:cNvCxnSpPr>
          <p:nvPr/>
        </p:nvCxnSpPr>
        <p:spPr bwMode="auto">
          <a:xfrm flipV="1">
            <a:off x="2463985" y="3883963"/>
            <a:ext cx="556736" cy="240069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3C11D6C-B390-491D-93E6-943C6E255437}"/>
              </a:ext>
            </a:extLst>
          </p:cNvPr>
          <p:cNvSpPr/>
          <p:nvPr/>
        </p:nvSpPr>
        <p:spPr bwMode="auto">
          <a:xfrm>
            <a:off x="6645081" y="1184497"/>
            <a:ext cx="2293640" cy="388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BC5F652-BF11-4571-8BD5-73B7C4CC070B}"/>
              </a:ext>
            </a:extLst>
          </p:cNvPr>
          <p:cNvCxnSpPr>
            <a:stCxn id="3" idx="0"/>
          </p:cNvCxnSpPr>
          <p:nvPr/>
        </p:nvCxnSpPr>
        <p:spPr bwMode="auto">
          <a:xfrm rot="5400000" flipH="1" flipV="1">
            <a:off x="992652" y="3142963"/>
            <a:ext cx="1781142" cy="235321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1124717B-A5F3-4532-A227-D69C65B376A7}"/>
              </a:ext>
            </a:extLst>
          </p:cNvPr>
          <p:cNvCxnSpPr>
            <a:stCxn id="11" idx="0"/>
          </p:cNvCxnSpPr>
          <p:nvPr/>
        </p:nvCxnSpPr>
        <p:spPr bwMode="auto">
          <a:xfrm rot="5400000" flipH="1" flipV="1">
            <a:off x="1951928" y="3753489"/>
            <a:ext cx="1792432" cy="114345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EA303B2-C89A-4DA4-B098-7ADA7D872D4A}"/>
              </a:ext>
            </a:extLst>
          </p:cNvPr>
          <p:cNvCxnSpPr/>
          <p:nvPr/>
        </p:nvCxnSpPr>
        <p:spPr bwMode="auto">
          <a:xfrm rot="5400000" flipH="1" flipV="1">
            <a:off x="2819618" y="4222874"/>
            <a:ext cx="1792432" cy="20468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06D2E91F-7F40-410D-8D75-6B0DC03033E1}"/>
              </a:ext>
            </a:extLst>
          </p:cNvPr>
          <p:cNvCxnSpPr>
            <a:stCxn id="13" idx="0"/>
          </p:cNvCxnSpPr>
          <p:nvPr/>
        </p:nvCxnSpPr>
        <p:spPr bwMode="auto">
          <a:xfrm rot="16200000" flipV="1">
            <a:off x="3714158" y="3983473"/>
            <a:ext cx="1731812" cy="74410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6CC60CE6-963A-4FC6-B9DC-7873A64F8FA5}"/>
              </a:ext>
            </a:extLst>
          </p:cNvPr>
          <p:cNvCxnSpPr>
            <a:stCxn id="15" idx="0"/>
          </p:cNvCxnSpPr>
          <p:nvPr/>
        </p:nvCxnSpPr>
        <p:spPr bwMode="auto">
          <a:xfrm rot="16200000" flipV="1">
            <a:off x="6092565" y="3060322"/>
            <a:ext cx="1823348" cy="247629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740D9E3-C2B2-4184-BF5A-31ABBE341F19}"/>
              </a:ext>
            </a:extLst>
          </p:cNvPr>
          <p:cNvCxnSpPr>
            <a:stCxn id="14" idx="0"/>
          </p:cNvCxnSpPr>
          <p:nvPr/>
        </p:nvCxnSpPr>
        <p:spPr bwMode="auto">
          <a:xfrm rot="16200000" flipV="1">
            <a:off x="4748280" y="3313341"/>
            <a:ext cx="1720522" cy="20730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F0204AD-D883-4CBC-9594-95C0832CE2B9}"/>
              </a:ext>
            </a:extLst>
          </p:cNvPr>
          <p:cNvCxnSpPr>
            <a:endCxn id="10" idx="2"/>
          </p:cNvCxnSpPr>
          <p:nvPr/>
        </p:nvCxnSpPr>
        <p:spPr bwMode="auto">
          <a:xfrm flipV="1">
            <a:off x="7020272" y="2821009"/>
            <a:ext cx="1082235" cy="106295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5364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FA94-B4AF-4C56-B2E3-EA7571A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AP9559-Origin Label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DF91A-F3EF-4CBF-9530-89D9E526F517}"/>
              </a:ext>
            </a:extLst>
          </p:cNvPr>
          <p:cNvSpPr/>
          <p:nvPr/>
        </p:nvSpPr>
        <p:spPr bwMode="auto">
          <a:xfrm rot="16200000">
            <a:off x="3641262" y="945563"/>
            <a:ext cx="2808312" cy="4462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A6B45-B106-4772-8F9B-E38023263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58807" y="1001830"/>
            <a:ext cx="2592289" cy="44222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09B92B-19CB-4B06-A492-F977872B5E33}"/>
              </a:ext>
            </a:extLst>
          </p:cNvPr>
          <p:cNvSpPr/>
          <p:nvPr/>
        </p:nvSpPr>
        <p:spPr bwMode="auto">
          <a:xfrm>
            <a:off x="6588224" y="1258239"/>
            <a:ext cx="2293640" cy="388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C2A9CC-68CC-4976-A506-7018A040D414}"/>
              </a:ext>
            </a:extLst>
          </p:cNvPr>
          <p:cNvSpPr/>
          <p:nvPr/>
        </p:nvSpPr>
        <p:spPr bwMode="auto">
          <a:xfrm>
            <a:off x="1" y="2302898"/>
            <a:ext cx="1705554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+mn-lt"/>
              </a:rPr>
              <a:t>Product Part number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944BF2-4724-4810-9C86-2E05344F00C9}"/>
              </a:ext>
            </a:extLst>
          </p:cNvPr>
          <p:cNvSpPr/>
          <p:nvPr/>
        </p:nvSpPr>
        <p:spPr bwMode="auto">
          <a:xfrm>
            <a:off x="499084" y="3789040"/>
            <a:ext cx="127717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Qty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97F678F-2822-4F84-9B7D-C2AF6CFD82AD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1705555" y="2258817"/>
            <a:ext cx="1282269" cy="1750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66E4E20-5B13-499D-9CDD-8B1C85B45A8E}"/>
              </a:ext>
            </a:extLst>
          </p:cNvPr>
          <p:cNvCxnSpPr/>
          <p:nvPr/>
        </p:nvCxnSpPr>
        <p:spPr bwMode="auto">
          <a:xfrm flipV="1">
            <a:off x="1762704" y="3789040"/>
            <a:ext cx="1369136" cy="19603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0503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CAFE-F232-474F-B576-D35AE56F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AP9559-LIT KIT LABEL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F09E2-1576-4C6B-A9C1-7785D2FA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3458166" y="1437481"/>
            <a:ext cx="2869704" cy="441340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9D47C6-0D42-4627-8AEA-EFD1909DA084}"/>
              </a:ext>
            </a:extLst>
          </p:cNvPr>
          <p:cNvSpPr/>
          <p:nvPr/>
        </p:nvSpPr>
        <p:spPr bwMode="auto">
          <a:xfrm>
            <a:off x="3419872" y="1412774"/>
            <a:ext cx="2946292" cy="4462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2CBD7-0478-4F15-8DDC-708298305F05}"/>
              </a:ext>
            </a:extLst>
          </p:cNvPr>
          <p:cNvSpPr txBox="1"/>
          <p:nvPr/>
        </p:nvSpPr>
        <p:spPr>
          <a:xfrm>
            <a:off x="683568" y="2204864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98DD0C2-C4C5-404E-8D66-B5B0E548F302}"/>
              </a:ext>
            </a:extLst>
          </p:cNvPr>
          <p:cNvCxnSpPr>
            <a:stCxn id="8" idx="0"/>
          </p:cNvCxnSpPr>
          <p:nvPr/>
        </p:nvCxnSpPr>
        <p:spPr bwMode="auto">
          <a:xfrm rot="5400000" flipH="1" flipV="1">
            <a:off x="2537774" y="1034734"/>
            <a:ext cx="288032" cy="205222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2793319-71FE-4592-B06D-FBC61CC51290}"/>
              </a:ext>
            </a:extLst>
          </p:cNvPr>
          <p:cNvSpPr/>
          <p:nvPr/>
        </p:nvSpPr>
        <p:spPr bwMode="auto">
          <a:xfrm>
            <a:off x="6228184" y="2276871"/>
            <a:ext cx="438084" cy="1152128"/>
          </a:xfrm>
          <a:prstGeom prst="rightBrace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3D21F-7C44-45ED-A39C-4A766A41957E}"/>
              </a:ext>
            </a:extLst>
          </p:cNvPr>
          <p:cNvSpPr txBox="1"/>
          <p:nvPr/>
        </p:nvSpPr>
        <p:spPr>
          <a:xfrm>
            <a:off x="6674067" y="2714435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List of Kit used in project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E860C3-5CAE-4B62-AB1D-3115CD739003}"/>
              </a:ext>
            </a:extLst>
          </p:cNvPr>
          <p:cNvSpPr/>
          <p:nvPr/>
        </p:nvSpPr>
        <p:spPr bwMode="auto">
          <a:xfrm>
            <a:off x="6497242" y="1320732"/>
            <a:ext cx="23012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</p:spTree>
    <p:extLst>
      <p:ext uri="{BB962C8B-B14F-4D97-AF65-F5344CB8AC3E}">
        <p14:creationId xmlns:p14="http://schemas.microsoft.com/office/powerpoint/2010/main" val="257763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ABBA-8731-44CC-81BC-C1679793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0M-99987-Accessory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7037C-57B1-4577-9A4D-7CDA609E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420888"/>
            <a:ext cx="3552825" cy="1714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0D755F-6A63-419C-8600-81D2C0160D53}"/>
              </a:ext>
            </a:extLst>
          </p:cNvPr>
          <p:cNvSpPr txBox="1"/>
          <p:nvPr/>
        </p:nvSpPr>
        <p:spPr>
          <a:xfrm>
            <a:off x="762472" y="3407775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60C33-80EB-4192-8607-B14A150063F7}"/>
              </a:ext>
            </a:extLst>
          </p:cNvPr>
          <p:cNvSpPr txBox="1"/>
          <p:nvPr/>
        </p:nvSpPr>
        <p:spPr>
          <a:xfrm>
            <a:off x="762472" y="2454341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A3EE3E9-8C9B-42B1-A627-7FD59D1458EC}"/>
              </a:ext>
            </a:extLst>
          </p:cNvPr>
          <p:cNvCxnSpPr>
            <a:stCxn id="6" idx="3"/>
          </p:cNvCxnSpPr>
          <p:nvPr/>
        </p:nvCxnSpPr>
        <p:spPr bwMode="auto">
          <a:xfrm>
            <a:off x="2706688" y="2653639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D609EE7-378A-4275-8134-77AA7A9702DB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706688" y="3346978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E44AC28-4114-46C0-BA15-EE34F7B68415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275501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0C69-E534-43C1-9E38-4B1E14A1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0M-2198A-Accessory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4534D-3B4A-4B41-B01B-FFB2F735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636912"/>
            <a:ext cx="3053507" cy="1324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517997-29CB-454B-BA5C-79B8EC353053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E497C-EA96-495A-A46C-EE5F82ADB70C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2C4CCF7-4222-4764-A71C-A6BA4BE60B95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BAE433A-0E2C-4283-8A76-53EF673DBABD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9A5DBD-2971-4968-948E-6A4CBD183D03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331228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613D-0D61-4738-9480-A44CDAD3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0M-7771A- 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14950-EAA6-447B-B3BD-5D9BAD29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595562"/>
            <a:ext cx="3467100" cy="1666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1FB83C-458D-4AAD-B71C-90DBAAF61C61}"/>
              </a:ext>
            </a:extLst>
          </p:cNvPr>
          <p:cNvSpPr txBox="1"/>
          <p:nvPr/>
        </p:nvSpPr>
        <p:spPr>
          <a:xfrm>
            <a:off x="207454" y="3645024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91F3F-09A0-4D80-9474-42972F8FB5B7}"/>
              </a:ext>
            </a:extLst>
          </p:cNvPr>
          <p:cNvSpPr txBox="1"/>
          <p:nvPr/>
        </p:nvSpPr>
        <p:spPr>
          <a:xfrm>
            <a:off x="207454" y="2691590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B490CA1-41D3-4341-8B4A-1CD715F79C14}"/>
              </a:ext>
            </a:extLst>
          </p:cNvPr>
          <p:cNvCxnSpPr>
            <a:stCxn id="6" idx="3"/>
          </p:cNvCxnSpPr>
          <p:nvPr/>
        </p:nvCxnSpPr>
        <p:spPr bwMode="auto">
          <a:xfrm>
            <a:off x="2151670" y="2890888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D223866-9A0E-451E-B12C-6D356142845B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151670" y="3584227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0E2FE10-8E0C-4C26-8D15-137E84C72D6E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120164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CAEC-FB8A-451D-8673-F0457A69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OM-7770B-Accessory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FF8C3-43D0-4627-905A-F2228C6F2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5" y="2657475"/>
            <a:ext cx="3524250" cy="1543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918BA9-348A-4140-9A69-A7D836747297}"/>
              </a:ext>
            </a:extLst>
          </p:cNvPr>
          <p:cNvSpPr txBox="1"/>
          <p:nvPr/>
        </p:nvSpPr>
        <p:spPr>
          <a:xfrm>
            <a:off x="323528" y="3636474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40441-D5F8-4DC2-9321-35C09465B262}"/>
              </a:ext>
            </a:extLst>
          </p:cNvPr>
          <p:cNvSpPr txBox="1"/>
          <p:nvPr/>
        </p:nvSpPr>
        <p:spPr>
          <a:xfrm>
            <a:off x="323528" y="2683040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6DEF0A1-FE55-45D1-9AAE-95AA9FC8EB35}"/>
              </a:ext>
            </a:extLst>
          </p:cNvPr>
          <p:cNvCxnSpPr>
            <a:stCxn id="6" idx="3"/>
          </p:cNvCxnSpPr>
          <p:nvPr/>
        </p:nvCxnSpPr>
        <p:spPr bwMode="auto">
          <a:xfrm>
            <a:off x="2267744" y="2882338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DD820CD-1A8A-4086-9192-FF86B5ADC4A7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267744" y="3575677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77A83AF-0135-4664-BA4E-AAEE12FA4E3B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947122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586A-4072-4E72-9DB6-B36CB8D2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OL262- Accessory ID LABEL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C3D3FA-3A47-4723-A93C-9B247BF3E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28925" y="2060848"/>
            <a:ext cx="3486150" cy="1562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CC2218-7F2E-4E66-B46D-EEFE5682B7C1}"/>
              </a:ext>
            </a:extLst>
          </p:cNvPr>
          <p:cNvSpPr txBox="1"/>
          <p:nvPr/>
        </p:nvSpPr>
        <p:spPr>
          <a:xfrm>
            <a:off x="171076" y="312863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072D2-C11A-4092-8C8F-4DC3BF49B34B}"/>
              </a:ext>
            </a:extLst>
          </p:cNvPr>
          <p:cNvSpPr txBox="1"/>
          <p:nvPr/>
        </p:nvSpPr>
        <p:spPr>
          <a:xfrm>
            <a:off x="171076" y="217520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9A2D4C8-ED05-4D55-9D36-6822C378F393}"/>
              </a:ext>
            </a:extLst>
          </p:cNvPr>
          <p:cNvCxnSpPr>
            <a:stCxn id="5" idx="3"/>
          </p:cNvCxnSpPr>
          <p:nvPr/>
        </p:nvCxnSpPr>
        <p:spPr bwMode="auto">
          <a:xfrm>
            <a:off x="2115292" y="237450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DEAFCBA-2A8C-4359-BBAC-AF609DEC390C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115292" y="306784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6318049-E9F0-45A4-BF95-8FB3E9E272D8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63777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AFCB-8A50-4332-92CB-6807FCEA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AP9560-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9279F-F912-457A-94FC-721836DB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590800"/>
            <a:ext cx="3264768" cy="1561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DDB7FD-4926-4457-818E-9662A80EC50A}"/>
              </a:ext>
            </a:extLst>
          </p:cNvPr>
          <p:cNvSpPr/>
          <p:nvPr/>
        </p:nvSpPr>
        <p:spPr bwMode="auto">
          <a:xfrm>
            <a:off x="107504" y="2331787"/>
            <a:ext cx="1656183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+mn-lt"/>
              </a:rPr>
              <a:t>Product Part number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0CF18-DABC-4E47-B99D-CA6C42CF6176}"/>
              </a:ext>
            </a:extLst>
          </p:cNvPr>
          <p:cNvSpPr/>
          <p:nvPr/>
        </p:nvSpPr>
        <p:spPr bwMode="auto">
          <a:xfrm>
            <a:off x="107504" y="3645024"/>
            <a:ext cx="1977055" cy="316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Serial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5863891-D35C-4945-89C7-A9D6783C68CA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1763687" y="2462790"/>
            <a:ext cx="1167957" cy="491043"/>
          </a:xfrm>
          <a:prstGeom prst="bentConnector3">
            <a:avLst/>
          </a:prstGeom>
          <a:ln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8C64B59-5E73-4FCB-9A4B-54DC04E5D567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2084559" y="3345483"/>
            <a:ext cx="847085" cy="458002"/>
          </a:xfrm>
          <a:prstGeom prst="bentConnector3">
            <a:avLst/>
          </a:prstGeom>
          <a:ln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C895F4E-A520-4737-A1B4-F762099581A9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321862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F84DEBD-3525-4125-AD4D-DBD7460FC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140000">
            <a:off x="3736746" y="969903"/>
            <a:ext cx="2671867" cy="44087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9BFA94-B4AF-4C56-B2E3-EA7571A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AP9560-Packing Label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DF91A-F3EF-4CBF-9530-89D9E526F517}"/>
              </a:ext>
            </a:extLst>
          </p:cNvPr>
          <p:cNvSpPr/>
          <p:nvPr/>
        </p:nvSpPr>
        <p:spPr bwMode="auto">
          <a:xfrm rot="16200000">
            <a:off x="3641262" y="945563"/>
            <a:ext cx="2808312" cy="4462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895CB6-6AB5-4B14-80A8-1A0629DE5DA4}"/>
              </a:ext>
            </a:extLst>
          </p:cNvPr>
          <p:cNvSpPr/>
          <p:nvPr/>
        </p:nvSpPr>
        <p:spPr bwMode="auto">
          <a:xfrm>
            <a:off x="0" y="2272834"/>
            <a:ext cx="1988329" cy="283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>
                <a:latin typeface="+mn-lt"/>
              </a:rPr>
              <a:t>ProductPart</a:t>
            </a:r>
            <a:r>
              <a:rPr lang="en-US" sz="1200" b="1" dirty="0">
                <a:latin typeface="+mn-lt"/>
              </a:rPr>
              <a:t> number(1P)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F3A1E-BB81-4DE4-95FD-B0305684EB0B}"/>
              </a:ext>
            </a:extLst>
          </p:cNvPr>
          <p:cNvSpPr/>
          <p:nvPr/>
        </p:nvSpPr>
        <p:spPr bwMode="auto">
          <a:xfrm>
            <a:off x="94547" y="2924944"/>
            <a:ext cx="2029181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Serial Number(S)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1A4F1-434C-4DEB-8D02-5FEADC7D463F}"/>
              </a:ext>
            </a:extLst>
          </p:cNvPr>
          <p:cNvSpPr/>
          <p:nvPr/>
        </p:nvSpPr>
        <p:spPr bwMode="auto">
          <a:xfrm>
            <a:off x="807801" y="3976687"/>
            <a:ext cx="1656184" cy="2946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80272-269B-4FAA-A5F3-62D38FEA2A3B}"/>
              </a:ext>
            </a:extLst>
          </p:cNvPr>
          <p:cNvSpPr/>
          <p:nvPr/>
        </p:nvSpPr>
        <p:spPr bwMode="auto">
          <a:xfrm>
            <a:off x="7490439" y="2559003"/>
            <a:ext cx="1224135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UPC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9A495-0A19-4C93-AEC8-978D6F52AF00}"/>
              </a:ext>
            </a:extLst>
          </p:cNvPr>
          <p:cNvSpPr/>
          <p:nvPr/>
        </p:nvSpPr>
        <p:spPr bwMode="auto">
          <a:xfrm>
            <a:off x="94547" y="5210142"/>
            <a:ext cx="1224135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“0”-Factory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ABD79-8533-46D3-8130-E0C7BC2AFA45}"/>
              </a:ext>
            </a:extLst>
          </p:cNvPr>
          <p:cNvSpPr/>
          <p:nvPr/>
        </p:nvSpPr>
        <p:spPr bwMode="auto">
          <a:xfrm>
            <a:off x="1576412" y="5221432"/>
            <a:ext cx="140000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“A”-Factory code identifier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B6C61-6523-40E6-A065-ED604D0D3528}"/>
              </a:ext>
            </a:extLst>
          </p:cNvPr>
          <p:cNvSpPr/>
          <p:nvPr/>
        </p:nvSpPr>
        <p:spPr bwMode="auto">
          <a:xfrm>
            <a:off x="3234151" y="5210142"/>
            <a:ext cx="883431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“24”-Year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5230A-6648-40DB-BF7D-A9FA8114C4AE}"/>
              </a:ext>
            </a:extLst>
          </p:cNvPr>
          <p:cNvSpPr/>
          <p:nvPr/>
        </p:nvSpPr>
        <p:spPr bwMode="auto">
          <a:xfrm>
            <a:off x="4252111" y="5221432"/>
            <a:ext cx="140000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“47”-production Week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FA945-6856-40CB-B6EF-C6BB092D1FCA}"/>
              </a:ext>
            </a:extLst>
          </p:cNvPr>
          <p:cNvSpPr/>
          <p:nvPr/>
        </p:nvSpPr>
        <p:spPr bwMode="auto">
          <a:xfrm>
            <a:off x="5909850" y="5210143"/>
            <a:ext cx="1470462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“L”-Contract manufacture index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432DCE-D1BB-4569-9BEF-3467CA79F925}"/>
              </a:ext>
            </a:extLst>
          </p:cNvPr>
          <p:cNvSpPr/>
          <p:nvPr/>
        </p:nvSpPr>
        <p:spPr bwMode="auto">
          <a:xfrm>
            <a:off x="7507155" y="5210144"/>
            <a:ext cx="1470463" cy="3920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“0001”-Unit number	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A7F4B14-CE94-4CAF-B35B-14FE9352C590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1988329" y="2180112"/>
            <a:ext cx="988092" cy="234312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EF68E39-8332-4C9F-9564-D78F98F09B74}"/>
              </a:ext>
            </a:extLst>
          </p:cNvPr>
          <p:cNvCxnSpPr/>
          <p:nvPr/>
        </p:nvCxnSpPr>
        <p:spPr bwMode="auto">
          <a:xfrm flipV="1">
            <a:off x="2122405" y="3032851"/>
            <a:ext cx="937427" cy="16037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80C692B-4202-467D-BFB7-8B84D4518D91}"/>
              </a:ext>
            </a:extLst>
          </p:cNvPr>
          <p:cNvCxnSpPr>
            <a:stCxn id="9" idx="3"/>
          </p:cNvCxnSpPr>
          <p:nvPr/>
        </p:nvCxnSpPr>
        <p:spPr bwMode="auto">
          <a:xfrm flipV="1">
            <a:off x="2463985" y="3883963"/>
            <a:ext cx="556736" cy="240069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3C11D6C-B390-491D-93E6-943C6E255437}"/>
              </a:ext>
            </a:extLst>
          </p:cNvPr>
          <p:cNvSpPr/>
          <p:nvPr/>
        </p:nvSpPr>
        <p:spPr bwMode="auto">
          <a:xfrm>
            <a:off x="6645081" y="1184497"/>
            <a:ext cx="2293640" cy="388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BC5F652-BF11-4571-8BD5-73B7C4CC070B}"/>
              </a:ext>
            </a:extLst>
          </p:cNvPr>
          <p:cNvCxnSpPr>
            <a:stCxn id="3" idx="0"/>
          </p:cNvCxnSpPr>
          <p:nvPr/>
        </p:nvCxnSpPr>
        <p:spPr bwMode="auto">
          <a:xfrm rot="5400000" flipH="1" flipV="1">
            <a:off x="992652" y="3142963"/>
            <a:ext cx="1781142" cy="235321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1124717B-A5F3-4532-A227-D69C65B376A7}"/>
              </a:ext>
            </a:extLst>
          </p:cNvPr>
          <p:cNvCxnSpPr>
            <a:stCxn id="11" idx="0"/>
          </p:cNvCxnSpPr>
          <p:nvPr/>
        </p:nvCxnSpPr>
        <p:spPr bwMode="auto">
          <a:xfrm rot="5400000" flipH="1" flipV="1">
            <a:off x="1951928" y="3753489"/>
            <a:ext cx="1792432" cy="114345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EA303B2-C89A-4DA4-B098-7ADA7D872D4A}"/>
              </a:ext>
            </a:extLst>
          </p:cNvPr>
          <p:cNvCxnSpPr/>
          <p:nvPr/>
        </p:nvCxnSpPr>
        <p:spPr bwMode="auto">
          <a:xfrm rot="5400000" flipH="1" flipV="1">
            <a:off x="2819618" y="4222874"/>
            <a:ext cx="1792432" cy="20468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06D2E91F-7F40-410D-8D75-6B0DC03033E1}"/>
              </a:ext>
            </a:extLst>
          </p:cNvPr>
          <p:cNvCxnSpPr>
            <a:stCxn id="13" idx="0"/>
          </p:cNvCxnSpPr>
          <p:nvPr/>
        </p:nvCxnSpPr>
        <p:spPr bwMode="auto">
          <a:xfrm rot="16200000" flipV="1">
            <a:off x="3714158" y="3983473"/>
            <a:ext cx="1731812" cy="74410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6CC60CE6-963A-4FC6-B9DC-7873A64F8FA5}"/>
              </a:ext>
            </a:extLst>
          </p:cNvPr>
          <p:cNvCxnSpPr>
            <a:stCxn id="15" idx="0"/>
          </p:cNvCxnSpPr>
          <p:nvPr/>
        </p:nvCxnSpPr>
        <p:spPr bwMode="auto">
          <a:xfrm rot="16200000" flipV="1">
            <a:off x="6092565" y="3060322"/>
            <a:ext cx="1823348" cy="247629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740D9E3-C2B2-4184-BF5A-31ABBE341F19}"/>
              </a:ext>
            </a:extLst>
          </p:cNvPr>
          <p:cNvCxnSpPr>
            <a:stCxn id="14" idx="0"/>
          </p:cNvCxnSpPr>
          <p:nvPr/>
        </p:nvCxnSpPr>
        <p:spPr bwMode="auto">
          <a:xfrm rot="16200000" flipV="1">
            <a:off x="4748280" y="3313341"/>
            <a:ext cx="1720522" cy="20730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EE03CEA-C93A-4281-A3FD-625372CA4724}"/>
              </a:ext>
            </a:extLst>
          </p:cNvPr>
          <p:cNvCxnSpPr>
            <a:endCxn id="10" idx="2"/>
          </p:cNvCxnSpPr>
          <p:nvPr/>
        </p:nvCxnSpPr>
        <p:spPr bwMode="auto">
          <a:xfrm flipV="1">
            <a:off x="6804248" y="2821009"/>
            <a:ext cx="1298259" cy="96803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34814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FA94-B4AF-4C56-B2E3-EA7571A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AP9560-LIT KIT LABEL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DF91A-F3EF-4CBF-9530-89D9E526F517}"/>
              </a:ext>
            </a:extLst>
          </p:cNvPr>
          <p:cNvSpPr/>
          <p:nvPr/>
        </p:nvSpPr>
        <p:spPr bwMode="auto">
          <a:xfrm>
            <a:off x="3563888" y="1268760"/>
            <a:ext cx="2808312" cy="456630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6E987-6848-4576-B906-3E60E13BD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3662064" y="1359257"/>
            <a:ext cx="2609850" cy="4384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C5CFB-B049-4926-A621-5B1A8DF97775}"/>
              </a:ext>
            </a:extLst>
          </p:cNvPr>
          <p:cNvSpPr txBox="1"/>
          <p:nvPr/>
        </p:nvSpPr>
        <p:spPr>
          <a:xfrm>
            <a:off x="683568" y="2204864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926BE83-B6BF-4DC0-8624-BA778747F27E}"/>
              </a:ext>
            </a:extLst>
          </p:cNvPr>
          <p:cNvCxnSpPr>
            <a:stCxn id="7" idx="0"/>
          </p:cNvCxnSpPr>
          <p:nvPr/>
        </p:nvCxnSpPr>
        <p:spPr bwMode="auto">
          <a:xfrm rot="5400000" flipH="1" flipV="1">
            <a:off x="2537774" y="1034734"/>
            <a:ext cx="288032" cy="205222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ight Brace 8">
            <a:extLst>
              <a:ext uri="{FF2B5EF4-FFF2-40B4-BE49-F238E27FC236}">
                <a16:creationId xmlns:a16="http://schemas.microsoft.com/office/drawing/2014/main" id="{EAA1AED9-74DD-4BF4-9E95-8537DC521D30}"/>
              </a:ext>
            </a:extLst>
          </p:cNvPr>
          <p:cNvSpPr/>
          <p:nvPr/>
        </p:nvSpPr>
        <p:spPr bwMode="auto">
          <a:xfrm>
            <a:off x="6228184" y="2276871"/>
            <a:ext cx="438084" cy="936105"/>
          </a:xfrm>
          <a:prstGeom prst="rightBrace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42F2D3-F901-4BD8-96B5-25D37AA8CF73}"/>
              </a:ext>
            </a:extLst>
          </p:cNvPr>
          <p:cNvSpPr txBox="1"/>
          <p:nvPr/>
        </p:nvSpPr>
        <p:spPr>
          <a:xfrm>
            <a:off x="6674067" y="2714435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List of Kit used in product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7FB1F-950C-4ECB-979A-A370FB1D3D94}"/>
              </a:ext>
            </a:extLst>
          </p:cNvPr>
          <p:cNvSpPr/>
          <p:nvPr/>
        </p:nvSpPr>
        <p:spPr bwMode="auto">
          <a:xfrm>
            <a:off x="6497242" y="1320732"/>
            <a:ext cx="23012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</p:spTree>
    <p:extLst>
      <p:ext uri="{BB962C8B-B14F-4D97-AF65-F5344CB8AC3E}">
        <p14:creationId xmlns:p14="http://schemas.microsoft.com/office/powerpoint/2010/main" val="702387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B837-AFE1-4E6A-A84F-EC7AE78C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OL290- 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0EC82-3321-4853-8C4F-6F9706C1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583" y="2547574"/>
            <a:ext cx="3192760" cy="1379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A1275F-FDDD-4A3A-99A8-3C5EB9F40D55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1ACDA-4C15-49B8-9B2E-BE23ADC74148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5846837-914A-4835-B8BD-32723705B69E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8936AA9-D0DD-45CD-BA54-E10E24F1935D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48D3D38-039D-4FDF-8300-802A5B3D43D0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380103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7AAA9-CD6B-44C0-B71A-D2A55693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0M-99987-Accessory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01125-D36C-4B4E-8F63-F7CDBAB7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83" y="2547574"/>
            <a:ext cx="3524250" cy="1514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871BF1-D816-4CA7-886F-41F8EAB77F48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F0106-33C6-41EB-99C0-5AD5D5EAA9FB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DC02FDB-3C4D-4234-9E14-B42EFC967BAB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F0EA16B-1A02-40D0-8C10-609E215148FA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3EB2660-9123-4BC9-B95E-A148ADEFC34C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1692886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05F4-520E-4720-B998-247A58CF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OM-3082A- 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580E3-024C-4345-8CF5-70D5D67E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33" y="2547574"/>
            <a:ext cx="3600450" cy="1666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CEE34C-5CEF-4048-803C-6CCD89FE0F7D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4E9A3-73F4-4965-9241-5D97890A21E4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DF2DADF-E444-4B8E-B0FF-523C0DD57937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DAFB2A1-3324-4E3C-9BB8-7F10B534DF44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BD39CB4-49A4-4B0E-AC07-5C161DD800A1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2868923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18CF-FA70-4FE4-B023-4B90B05C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OM-2198A- 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991D7-DE75-4025-89DD-773A95534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44" y="2547574"/>
            <a:ext cx="3562350" cy="152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FE3A6F-8D65-4F7B-BB26-089DC1468172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EEB7A-B791-4D8A-A64F-D481C4638EB8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339E511-61A7-4D04-B57A-43F42924580D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539F780-C923-48F2-A03B-C8279E8D5025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23C1139-34B9-4F58-9C37-2039AA4CB55F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2672381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39C5-33F7-40BD-BF34-496A50FD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AP9562-ID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DBB55-AB53-49AE-B5CF-25A87CE64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635404"/>
            <a:ext cx="3245718" cy="15871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E6BED4-EEB5-40A5-A089-36F3408CB21A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455D77-3490-410B-BEC1-F20258D615B9}"/>
              </a:ext>
            </a:extLst>
          </p:cNvPr>
          <p:cNvSpPr/>
          <p:nvPr/>
        </p:nvSpPr>
        <p:spPr bwMode="auto">
          <a:xfrm>
            <a:off x="345723" y="2475803"/>
            <a:ext cx="1656183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+mn-lt"/>
              </a:rPr>
              <a:t>Product Part number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A16B1-EF64-4824-A26C-7B9B68960644}"/>
              </a:ext>
            </a:extLst>
          </p:cNvPr>
          <p:cNvSpPr/>
          <p:nvPr/>
        </p:nvSpPr>
        <p:spPr bwMode="auto">
          <a:xfrm>
            <a:off x="345723" y="3789040"/>
            <a:ext cx="1977055" cy="3169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Serial Number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1D3B5D7-93DB-4728-91CA-E02DE4F558A2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2001906" y="2606806"/>
            <a:ext cx="1167957" cy="491043"/>
          </a:xfrm>
          <a:prstGeom prst="bentConnector3">
            <a:avLst/>
          </a:prstGeom>
          <a:ln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F1E9D27-3216-43B3-84F2-40863F4C29A2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 flipV="1">
            <a:off x="2322778" y="3489499"/>
            <a:ext cx="847085" cy="458002"/>
          </a:xfrm>
          <a:prstGeom prst="bentConnector3">
            <a:avLst/>
          </a:prstGeom>
          <a:ln>
            <a:solidFill>
              <a:srgbClr val="00B0F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698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3C165FD-FE0C-410A-BFA7-1B1955196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140000">
            <a:off x="3745691" y="1023247"/>
            <a:ext cx="2517178" cy="44184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9BFA94-B4AF-4C56-B2E3-EA7571A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AP9562-Packing Label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DF91A-F3EF-4CBF-9530-89D9E526F517}"/>
              </a:ext>
            </a:extLst>
          </p:cNvPr>
          <p:cNvSpPr/>
          <p:nvPr/>
        </p:nvSpPr>
        <p:spPr bwMode="auto">
          <a:xfrm rot="16200000">
            <a:off x="3641262" y="945563"/>
            <a:ext cx="2808312" cy="4462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895CB6-6AB5-4B14-80A8-1A0629DE5DA4}"/>
              </a:ext>
            </a:extLst>
          </p:cNvPr>
          <p:cNvSpPr/>
          <p:nvPr/>
        </p:nvSpPr>
        <p:spPr bwMode="auto">
          <a:xfrm>
            <a:off x="0" y="2272834"/>
            <a:ext cx="1988329" cy="283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>
                <a:latin typeface="+mn-lt"/>
              </a:rPr>
              <a:t>ProductPart</a:t>
            </a:r>
            <a:r>
              <a:rPr lang="en-US" sz="1200" b="1" dirty="0">
                <a:latin typeface="+mn-lt"/>
              </a:rPr>
              <a:t> number(1P)</a:t>
            </a:r>
            <a:endParaRPr kumimoji="1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F3A1E-BB81-4DE4-95FD-B0305684EB0B}"/>
              </a:ext>
            </a:extLst>
          </p:cNvPr>
          <p:cNvSpPr/>
          <p:nvPr/>
        </p:nvSpPr>
        <p:spPr bwMode="auto">
          <a:xfrm>
            <a:off x="94547" y="2924944"/>
            <a:ext cx="2029181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Serial Number(S)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1A4F1-434C-4DEB-8D02-5FEADC7D463F}"/>
              </a:ext>
            </a:extLst>
          </p:cNvPr>
          <p:cNvSpPr/>
          <p:nvPr/>
        </p:nvSpPr>
        <p:spPr bwMode="auto">
          <a:xfrm>
            <a:off x="807801" y="3976687"/>
            <a:ext cx="1656184" cy="2946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Product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80272-269B-4FAA-A5F3-62D38FEA2A3B}"/>
              </a:ext>
            </a:extLst>
          </p:cNvPr>
          <p:cNvSpPr/>
          <p:nvPr/>
        </p:nvSpPr>
        <p:spPr bwMode="auto">
          <a:xfrm>
            <a:off x="7490439" y="2559003"/>
            <a:ext cx="1224135" cy="2620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UPC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9A495-0A19-4C93-AEC8-978D6F52AF00}"/>
              </a:ext>
            </a:extLst>
          </p:cNvPr>
          <p:cNvSpPr/>
          <p:nvPr/>
        </p:nvSpPr>
        <p:spPr bwMode="auto">
          <a:xfrm>
            <a:off x="94547" y="5210142"/>
            <a:ext cx="1224135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“0”-Factory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ABD79-8533-46D3-8130-E0C7BC2AFA45}"/>
              </a:ext>
            </a:extLst>
          </p:cNvPr>
          <p:cNvSpPr/>
          <p:nvPr/>
        </p:nvSpPr>
        <p:spPr bwMode="auto">
          <a:xfrm>
            <a:off x="1576412" y="5221432"/>
            <a:ext cx="140000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“A”-Factory code identifier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B6C61-6523-40E6-A065-ED604D0D3528}"/>
              </a:ext>
            </a:extLst>
          </p:cNvPr>
          <p:cNvSpPr/>
          <p:nvPr/>
        </p:nvSpPr>
        <p:spPr bwMode="auto">
          <a:xfrm>
            <a:off x="3234151" y="5210142"/>
            <a:ext cx="883431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“24”-Year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5230A-6648-40DB-BF7D-A9FA8114C4AE}"/>
              </a:ext>
            </a:extLst>
          </p:cNvPr>
          <p:cNvSpPr/>
          <p:nvPr/>
        </p:nvSpPr>
        <p:spPr bwMode="auto">
          <a:xfrm>
            <a:off x="4252111" y="5221432"/>
            <a:ext cx="1400009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“47”-production Week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FA945-6856-40CB-B6EF-C6BB092D1FCA}"/>
              </a:ext>
            </a:extLst>
          </p:cNvPr>
          <p:cNvSpPr/>
          <p:nvPr/>
        </p:nvSpPr>
        <p:spPr bwMode="auto">
          <a:xfrm>
            <a:off x="5909850" y="5210143"/>
            <a:ext cx="1470462" cy="392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“L”-Contract manufacture index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432DCE-D1BB-4569-9BEF-3467CA79F925}"/>
              </a:ext>
            </a:extLst>
          </p:cNvPr>
          <p:cNvSpPr/>
          <p:nvPr/>
        </p:nvSpPr>
        <p:spPr bwMode="auto">
          <a:xfrm>
            <a:off x="7507155" y="5210144"/>
            <a:ext cx="1470463" cy="3920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latin typeface="+mn-lt"/>
              </a:rPr>
              <a:t>“0001”-Unit number	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A7F4B14-CE94-4CAF-B35B-14FE9352C590}"/>
              </a:ext>
            </a:extLst>
          </p:cNvPr>
          <p:cNvCxnSpPr>
            <a:cxnSpLocks/>
            <a:stCxn id="7" idx="3"/>
          </p:cNvCxnSpPr>
          <p:nvPr/>
        </p:nvCxnSpPr>
        <p:spPr bwMode="auto">
          <a:xfrm flipV="1">
            <a:off x="1988329" y="2180112"/>
            <a:ext cx="988092" cy="234312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EF68E39-8332-4C9F-9564-D78F98F09B74}"/>
              </a:ext>
            </a:extLst>
          </p:cNvPr>
          <p:cNvCxnSpPr/>
          <p:nvPr/>
        </p:nvCxnSpPr>
        <p:spPr bwMode="auto">
          <a:xfrm flipV="1">
            <a:off x="2122405" y="3032851"/>
            <a:ext cx="937427" cy="16037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80C692B-4202-467D-BFB7-8B84D4518D91}"/>
              </a:ext>
            </a:extLst>
          </p:cNvPr>
          <p:cNvCxnSpPr>
            <a:stCxn id="9" idx="3"/>
          </p:cNvCxnSpPr>
          <p:nvPr/>
        </p:nvCxnSpPr>
        <p:spPr bwMode="auto">
          <a:xfrm flipV="1">
            <a:off x="2463985" y="3883963"/>
            <a:ext cx="556736" cy="240069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3C11D6C-B390-491D-93E6-943C6E255437}"/>
              </a:ext>
            </a:extLst>
          </p:cNvPr>
          <p:cNvSpPr/>
          <p:nvPr/>
        </p:nvSpPr>
        <p:spPr bwMode="auto">
          <a:xfrm>
            <a:off x="6645081" y="1184497"/>
            <a:ext cx="2293640" cy="388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BC5F652-BF11-4571-8BD5-73B7C4CC070B}"/>
              </a:ext>
            </a:extLst>
          </p:cNvPr>
          <p:cNvCxnSpPr>
            <a:stCxn id="3" idx="0"/>
          </p:cNvCxnSpPr>
          <p:nvPr/>
        </p:nvCxnSpPr>
        <p:spPr bwMode="auto">
          <a:xfrm rot="5400000" flipH="1" flipV="1">
            <a:off x="992652" y="3142963"/>
            <a:ext cx="1781142" cy="235321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1124717B-A5F3-4532-A227-D69C65B376A7}"/>
              </a:ext>
            </a:extLst>
          </p:cNvPr>
          <p:cNvCxnSpPr>
            <a:stCxn id="11" idx="0"/>
          </p:cNvCxnSpPr>
          <p:nvPr/>
        </p:nvCxnSpPr>
        <p:spPr bwMode="auto">
          <a:xfrm rot="5400000" flipH="1" flipV="1">
            <a:off x="1951928" y="3753489"/>
            <a:ext cx="1792432" cy="114345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EA303B2-C89A-4DA4-B098-7ADA7D872D4A}"/>
              </a:ext>
            </a:extLst>
          </p:cNvPr>
          <p:cNvCxnSpPr/>
          <p:nvPr/>
        </p:nvCxnSpPr>
        <p:spPr bwMode="auto">
          <a:xfrm rot="5400000" flipH="1" flipV="1">
            <a:off x="2819618" y="4222874"/>
            <a:ext cx="1792432" cy="20468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06D2E91F-7F40-410D-8D75-6B0DC03033E1}"/>
              </a:ext>
            </a:extLst>
          </p:cNvPr>
          <p:cNvCxnSpPr>
            <a:stCxn id="13" idx="0"/>
          </p:cNvCxnSpPr>
          <p:nvPr/>
        </p:nvCxnSpPr>
        <p:spPr bwMode="auto">
          <a:xfrm rot="16200000" flipV="1">
            <a:off x="3714158" y="3983473"/>
            <a:ext cx="1731812" cy="74410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6CC60CE6-963A-4FC6-B9DC-7873A64F8FA5}"/>
              </a:ext>
            </a:extLst>
          </p:cNvPr>
          <p:cNvCxnSpPr>
            <a:stCxn id="15" idx="0"/>
          </p:cNvCxnSpPr>
          <p:nvPr/>
        </p:nvCxnSpPr>
        <p:spPr bwMode="auto">
          <a:xfrm rot="16200000" flipV="1">
            <a:off x="6092565" y="3060322"/>
            <a:ext cx="1823348" cy="247629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740D9E3-C2B2-4184-BF5A-31ABBE341F19}"/>
              </a:ext>
            </a:extLst>
          </p:cNvPr>
          <p:cNvCxnSpPr>
            <a:stCxn id="14" idx="0"/>
          </p:cNvCxnSpPr>
          <p:nvPr/>
        </p:nvCxnSpPr>
        <p:spPr bwMode="auto">
          <a:xfrm rot="16200000" flipV="1">
            <a:off x="4748280" y="3313341"/>
            <a:ext cx="1720522" cy="20730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87BB7CC-4C7A-4A83-B592-73174C9C9465}"/>
              </a:ext>
            </a:extLst>
          </p:cNvPr>
          <p:cNvCxnSpPr>
            <a:endCxn id="10" idx="2"/>
          </p:cNvCxnSpPr>
          <p:nvPr/>
        </p:nvCxnSpPr>
        <p:spPr bwMode="auto">
          <a:xfrm rot="5400000" flipH="1" flipV="1">
            <a:off x="7019554" y="2893735"/>
            <a:ext cx="1155678" cy="101022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6929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FA94-B4AF-4C56-B2E3-EA7571A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AP9562-LIT KIT LABEL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DF91A-F3EF-4CBF-9530-89D9E526F517}"/>
              </a:ext>
            </a:extLst>
          </p:cNvPr>
          <p:cNvSpPr/>
          <p:nvPr/>
        </p:nvSpPr>
        <p:spPr bwMode="auto">
          <a:xfrm>
            <a:off x="3563888" y="1268760"/>
            <a:ext cx="2808312" cy="44656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4F39A-EB81-4BDB-970B-982FE8D3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3671900" y="1391671"/>
            <a:ext cx="2592288" cy="4320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454866-4C9C-4663-88FC-FFC74216CB3D}"/>
              </a:ext>
            </a:extLst>
          </p:cNvPr>
          <p:cNvSpPr txBox="1"/>
          <p:nvPr/>
        </p:nvSpPr>
        <p:spPr>
          <a:xfrm>
            <a:off x="683568" y="2204864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5D9B505-38F3-40FC-8D11-57DFD519FF16}"/>
              </a:ext>
            </a:extLst>
          </p:cNvPr>
          <p:cNvCxnSpPr>
            <a:stCxn id="5" idx="0"/>
          </p:cNvCxnSpPr>
          <p:nvPr/>
        </p:nvCxnSpPr>
        <p:spPr bwMode="auto">
          <a:xfrm rot="5400000" flipH="1" flipV="1">
            <a:off x="2537774" y="1034734"/>
            <a:ext cx="288032" cy="205222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EE425E85-0450-4C6B-9E5D-B91737349D8F}"/>
              </a:ext>
            </a:extLst>
          </p:cNvPr>
          <p:cNvSpPr/>
          <p:nvPr/>
        </p:nvSpPr>
        <p:spPr bwMode="auto">
          <a:xfrm>
            <a:off x="6228184" y="2276871"/>
            <a:ext cx="438084" cy="936105"/>
          </a:xfrm>
          <a:prstGeom prst="rightBrace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EC314-63BA-40AF-8075-C4A19250EAFD}"/>
              </a:ext>
            </a:extLst>
          </p:cNvPr>
          <p:cNvSpPr txBox="1"/>
          <p:nvPr/>
        </p:nvSpPr>
        <p:spPr>
          <a:xfrm>
            <a:off x="6674067" y="2714435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List of Kit used in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215A8E-CA01-4213-8CCA-C0445FC49071}"/>
              </a:ext>
            </a:extLst>
          </p:cNvPr>
          <p:cNvSpPr/>
          <p:nvPr/>
        </p:nvSpPr>
        <p:spPr bwMode="auto">
          <a:xfrm>
            <a:off x="6497242" y="1320732"/>
            <a:ext cx="23012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SIZE:102X62MM</a:t>
            </a:r>
          </a:p>
        </p:txBody>
      </p:sp>
    </p:spTree>
    <p:extLst>
      <p:ext uri="{BB962C8B-B14F-4D97-AF65-F5344CB8AC3E}">
        <p14:creationId xmlns:p14="http://schemas.microsoft.com/office/powerpoint/2010/main" val="3793568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DD34-B482-44F1-8999-EAF576AC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0M-2198A- 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7CE99-5E38-4203-99FA-8CBD8CB96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74" y="2684178"/>
            <a:ext cx="3105051" cy="14672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98C3D1-8703-4772-822D-FA24F66BC318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3843E-6B2E-467A-A612-C3D4189D1D78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964C527-184F-47C1-B33E-9F83A03E121C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16A1491-2548-4745-9B07-4043D34DA81B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01E24A5-2381-4701-A287-E11BF07A3FE1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688942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5DD7-F47F-44F7-9C37-E34C1147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0M-99987- 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6E0B2-A1EF-43ED-B844-F955EC0D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33" y="2546287"/>
            <a:ext cx="3494509" cy="15299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9BA7F5-00D1-42B3-8AE1-DB9E397F3016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C3F6E-0C92-451B-8923-6851C87DCE36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EB5CB1C-5FE8-4228-BA8B-4A20C5912D73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E987073-D5F2-46DF-B4AD-12907A15ADFD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520B808-8381-4B99-9765-D6725AFCD529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2395211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978B-5CF0-4A63-B505-74BFAFBC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0M-3082A-Accessory ID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A29DA-2B01-4D25-B6FB-B8A98638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38" y="2547574"/>
            <a:ext cx="349567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2436F-D4C7-4BD5-9BDA-FCE82D09D764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93A24-1E25-435E-A455-ACF2F0C78E7E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C62147D-4939-4ACB-AD39-C0D1ED0F93BE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44E6240-FF1B-4FA7-B43A-3FB523BED5B2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A25ADDE-05C9-42C7-8DE7-37DDA1965F12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3753508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586A-4072-4E72-9DB6-B36CB8D2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OL1085- Accessory ID LABEL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3C861-4848-4FA9-93F6-1E9ABFB1B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33" y="2559985"/>
            <a:ext cx="3476625" cy="1504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A37E1F-5F9F-4A5F-8CAD-E8F46140750B}"/>
              </a:ext>
            </a:extLst>
          </p:cNvPr>
          <p:cNvSpPr txBox="1"/>
          <p:nvPr/>
        </p:nvSpPr>
        <p:spPr>
          <a:xfrm>
            <a:off x="568353" y="3501008"/>
            <a:ext cx="194421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Product Serial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AFF88-AF81-470A-BC56-D7ABF71D1FCE}"/>
              </a:ext>
            </a:extLst>
          </p:cNvPr>
          <p:cNvSpPr txBox="1"/>
          <p:nvPr/>
        </p:nvSpPr>
        <p:spPr>
          <a:xfrm>
            <a:off x="568353" y="2547574"/>
            <a:ext cx="1944216" cy="39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>
              <a:defRPr sz="1200" b="1">
                <a:latin typeface="+mn-lt"/>
              </a:defRPr>
            </a:lvl1pPr>
          </a:lstStyle>
          <a:p>
            <a:r>
              <a:rPr lang="en-US" dirty="0"/>
              <a:t>KIT assembly part number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282282A-7E08-4FFA-A6EE-62BAEA9C0949}"/>
              </a:ext>
            </a:extLst>
          </p:cNvPr>
          <p:cNvCxnSpPr>
            <a:stCxn id="6" idx="3"/>
          </p:cNvCxnSpPr>
          <p:nvPr/>
        </p:nvCxnSpPr>
        <p:spPr bwMode="auto">
          <a:xfrm>
            <a:off x="2512569" y="2746872"/>
            <a:ext cx="71318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A6D8E25-D11F-4429-92A5-780A10768186}"/>
              </a:ext>
            </a:extLst>
          </p:cNvPr>
          <p:cNvCxnSpPr>
            <a:stCxn id="5" idx="3"/>
          </p:cNvCxnSpPr>
          <p:nvPr/>
        </p:nvCxnSpPr>
        <p:spPr bwMode="auto">
          <a:xfrm flipV="1">
            <a:off x="2512569" y="3440211"/>
            <a:ext cx="576064" cy="19929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887F15F-DF15-40B5-AA4C-215228368B94}"/>
              </a:ext>
            </a:extLst>
          </p:cNvPr>
          <p:cNvSpPr/>
          <p:nvPr/>
        </p:nvSpPr>
        <p:spPr bwMode="auto">
          <a:xfrm>
            <a:off x="6588224" y="1268760"/>
            <a:ext cx="2232248" cy="37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新細明體" pitchFamily="18" charset="-120"/>
              </a:rPr>
              <a:t>LABEL SIZE:35X12MM</a:t>
            </a:r>
          </a:p>
        </p:txBody>
      </p:sp>
    </p:spTree>
    <p:extLst>
      <p:ext uri="{BB962C8B-B14F-4D97-AF65-F5344CB8AC3E}">
        <p14:creationId xmlns:p14="http://schemas.microsoft.com/office/powerpoint/2010/main" val="3865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6"/>
          <p:cNvSpPr txBox="1">
            <a:spLocks noChangeArrowheads="1"/>
          </p:cNvSpPr>
          <p:nvPr/>
        </p:nvSpPr>
        <p:spPr bwMode="auto">
          <a:xfrm>
            <a:off x="2286000" y="3124200"/>
            <a:ext cx="4648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dirty="0">
                <a:solidFill>
                  <a:srgbClr val="0000FF"/>
                </a:solidFill>
              </a:rPr>
              <a:t>The End and Thanks</a:t>
            </a:r>
          </a:p>
        </p:txBody>
      </p:sp>
    </p:spTree>
    <p:extLst>
      <p:ext uri="{BB962C8B-B14F-4D97-AF65-F5344CB8AC3E}">
        <p14:creationId xmlns:p14="http://schemas.microsoft.com/office/powerpoint/2010/main" val="894504333"/>
      </p:ext>
    </p:extLst>
  </p:cSld>
  <p:clrMapOvr>
    <a:masterClrMapping/>
  </p:clrMapOvr>
</p:sld>
</file>

<file path=ppt/theme/theme1.xml><?xml version="1.0" encoding="utf-8"?>
<a:theme xmlns:a="http://schemas.openxmlformats.org/drawingml/2006/main" name="1_預設簡報設計">
  <a:themeElements>
    <a:clrScheme name="1_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預設簡報設計">
      <a:majorFont>
        <a:latin typeface="Arial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1_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11779</TotalTime>
  <Words>477</Words>
  <Application>Microsoft Office PowerPoint</Application>
  <PresentationFormat>On-screen Show (4:3)</PresentationFormat>
  <Paragraphs>123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1_預設簡報設計</vt:lpstr>
      <vt:lpstr>AP9559,AP9560,AP9562 Label Approval   </vt:lpstr>
      <vt:lpstr>AP9559-ID LABEL</vt:lpstr>
      <vt:lpstr>AP9559-Packing Label</vt:lpstr>
      <vt:lpstr>AP9559-Origin Label</vt:lpstr>
      <vt:lpstr>AP9559-LIT KIT LABEL</vt:lpstr>
      <vt:lpstr>0M-99987-Accessory ID LABEL</vt:lpstr>
      <vt:lpstr>0M-2198A-Accessory ID LABEL</vt:lpstr>
      <vt:lpstr>0M-7771A- Accessory ID LABEL</vt:lpstr>
      <vt:lpstr>OM-7770B-Accessory ID LABEL</vt:lpstr>
      <vt:lpstr>OL262- Accessory ID LABEL</vt:lpstr>
      <vt:lpstr>AP9560- ID LABEL</vt:lpstr>
      <vt:lpstr>AP9560-Packing Label</vt:lpstr>
      <vt:lpstr>AP9560-LIT KIT LABEL</vt:lpstr>
      <vt:lpstr>OL290- Accessory ID LABEL</vt:lpstr>
      <vt:lpstr>0M-99987-Accessory ID LABEL</vt:lpstr>
      <vt:lpstr>OM-3082A- Accessory ID LABEL</vt:lpstr>
      <vt:lpstr>OM-2198A- Accessory ID LABEL</vt:lpstr>
      <vt:lpstr>AP9562-ID LABEL</vt:lpstr>
      <vt:lpstr>AP9562-Packing Label</vt:lpstr>
      <vt:lpstr>AP9562-LIT KIT LABEL</vt:lpstr>
      <vt:lpstr>0M-2198A- Accessory ID LABEL</vt:lpstr>
      <vt:lpstr>0M-99987- Accessory ID LABEL</vt:lpstr>
      <vt:lpstr>0M-3082A-Accessory ID LABEL</vt:lpstr>
      <vt:lpstr>OL1085- Accessory ID LABEL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Parag Ghate (paghate)</dc:creator>
  <cp:lastModifiedBy>Govindaraj N</cp:lastModifiedBy>
  <cp:revision>882</cp:revision>
  <cp:lastPrinted>1601-01-01T00:00:00Z</cp:lastPrinted>
  <dcterms:created xsi:type="dcterms:W3CDTF">1601-01-01T00:00:00Z</dcterms:created>
  <dcterms:modified xsi:type="dcterms:W3CDTF">2025-04-24T12:19:41Z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